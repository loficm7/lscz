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2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74" r:id="rId3"/>
    <p:sldId id="258" r:id="rId4"/>
    <p:sldId id="259" r:id="rId5"/>
    <p:sldId id="297" r:id="rId6"/>
    <p:sldId id="272" r:id="rId7"/>
    <p:sldId id="265" r:id="rId8"/>
    <p:sldId id="281" r:id="rId9"/>
    <p:sldId id="261" r:id="rId10"/>
    <p:sldId id="262" r:id="rId11"/>
    <p:sldId id="273" r:id="rId12"/>
    <p:sldId id="275" r:id="rId13"/>
    <p:sldId id="269" r:id="rId14"/>
    <p:sldId id="264" r:id="rId15"/>
    <p:sldId id="284" r:id="rId16"/>
    <p:sldId id="279" r:id="rId17"/>
    <p:sldId id="267" r:id="rId18"/>
    <p:sldId id="285" r:id="rId19"/>
    <p:sldId id="296" r:id="rId20"/>
    <p:sldId id="286" r:id="rId21"/>
    <p:sldId id="287" r:id="rId22"/>
    <p:sldId id="271" r:id="rId23"/>
    <p:sldId id="288" r:id="rId24"/>
    <p:sldId id="280" r:id="rId25"/>
    <p:sldId id="289" r:id="rId26"/>
    <p:sldId id="290" r:id="rId27"/>
    <p:sldId id="291" r:id="rId28"/>
    <p:sldId id="276" r:id="rId29"/>
    <p:sldId id="278" r:id="rId30"/>
    <p:sldId id="292" r:id="rId31"/>
    <p:sldId id="263" r:id="rId32"/>
    <p:sldId id="293" r:id="rId33"/>
    <p:sldId id="268" r:id="rId34"/>
    <p:sldId id="294" r:id="rId35"/>
    <p:sldId id="295" r:id="rId36"/>
    <p:sldId id="266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502.png"/><Relationship Id="rId1" Type="http://schemas.openxmlformats.org/officeDocument/2006/relationships/image" Target="../media/image492.pn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481.png"/><Relationship Id="rId7" Type="http://schemas.openxmlformats.org/officeDocument/2006/relationships/image" Target="../media/image520.png"/><Relationship Id="rId2" Type="http://schemas.openxmlformats.org/officeDocument/2006/relationships/image" Target="../media/image471.png"/><Relationship Id="rId1" Type="http://schemas.openxmlformats.org/officeDocument/2006/relationships/image" Target="../media/image461.png"/><Relationship Id="rId6" Type="http://schemas.openxmlformats.org/officeDocument/2006/relationships/image" Target="../media/image511.png"/><Relationship Id="rId5" Type="http://schemas.openxmlformats.org/officeDocument/2006/relationships/image" Target="../media/image501.png"/><Relationship Id="rId10" Type="http://schemas.openxmlformats.org/officeDocument/2006/relationships/image" Target="../media/image550.png"/><Relationship Id="rId4" Type="http://schemas.openxmlformats.org/officeDocument/2006/relationships/image" Target="../media/image490.png"/><Relationship Id="rId9" Type="http://schemas.openxmlformats.org/officeDocument/2006/relationships/image" Target="../media/image5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B07D0-C14E-4CDD-A498-B226E6E4891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58ED41-BECB-4E85-8CEB-4C63884EDE5C}">
      <dgm:prSet phldrT="[文本]" custT="1"/>
      <dgm:spPr/>
      <dgm:t>
        <a:bodyPr/>
        <a:lstStyle/>
        <a:p>
          <a:r>
            <a:rPr lang="en-US" altLang="zh-CN" sz="1800" b="1" dirty="0">
              <a:solidFill>
                <a:schemeClr val="bg1"/>
              </a:solidFill>
            </a:rPr>
            <a:t>inclusive cross sections and branch ratios</a:t>
          </a:r>
          <a:endParaRPr lang="zh-CN" altLang="en-US" sz="1800" b="1" dirty="0">
            <a:solidFill>
              <a:schemeClr val="bg1"/>
            </a:solidFill>
          </a:endParaRPr>
        </a:p>
      </dgm:t>
    </dgm:pt>
    <dgm:pt modelId="{3367BF3A-007A-4C04-83EC-A17FB275D645}" type="parTrans" cxnId="{F69C1EC1-93CB-436D-BB3C-85A0F9AE24E4}">
      <dgm:prSet/>
      <dgm:spPr/>
      <dgm:t>
        <a:bodyPr/>
        <a:lstStyle/>
        <a:p>
          <a:endParaRPr lang="zh-CN" altLang="en-US"/>
        </a:p>
      </dgm:t>
    </dgm:pt>
    <dgm:pt modelId="{9513DC69-50DB-4A73-8B23-1095281757E6}" type="sibTrans" cxnId="{F69C1EC1-93CB-436D-BB3C-85A0F9AE24E4}">
      <dgm:prSet/>
      <dgm:spPr/>
      <dgm:t>
        <a:bodyPr/>
        <a:lstStyle/>
        <a:p>
          <a:endParaRPr lang="zh-CN" altLang="en-US"/>
        </a:p>
      </dgm:t>
    </dgm:pt>
    <dgm:pt modelId="{7BAA6533-D0E4-476D-9D21-4C066FD6C990}">
      <dgm:prSet phldrT="[文本]" custT="1"/>
      <dgm:spPr/>
      <dgm:t>
        <a:bodyPr/>
        <a:lstStyle/>
        <a:p>
          <a:r>
            <a:rPr lang="en-US" altLang="zh-CN" sz="1800" b="1" dirty="0">
              <a:solidFill>
                <a:schemeClr val="bg1"/>
              </a:solidFill>
            </a:rPr>
            <a:t>SM Higgs boson </a:t>
          </a:r>
          <a:r>
            <a:rPr lang="en-US" altLang="zh-CN" sz="1800" b="1" dirty="0">
              <a:solidFill>
                <a:srgbClr val="FFFF00"/>
              </a:solidFill>
            </a:rPr>
            <a:t>kinematic template</a:t>
          </a:r>
        </a:p>
        <a:p>
          <a:r>
            <a:rPr lang="en-US" altLang="zh-CN" sz="1800" b="1" dirty="0">
              <a:solidFill>
                <a:schemeClr val="bg1"/>
              </a:solidFill>
            </a:rPr>
            <a:t>+</a:t>
          </a:r>
        </a:p>
        <a:p>
          <a:r>
            <a:rPr lang="en-US" altLang="zh-CN" sz="2000" b="1" dirty="0">
              <a:solidFill>
                <a:srgbClr val="FFFF00"/>
              </a:solidFill>
            </a:rPr>
            <a:t>modification factors </a:t>
          </a:r>
          <a:endParaRPr lang="zh-CN" altLang="en-US" sz="2000" b="1" dirty="0">
            <a:solidFill>
              <a:srgbClr val="FFFF00"/>
            </a:solidFill>
          </a:endParaRPr>
        </a:p>
      </dgm:t>
    </dgm:pt>
    <dgm:pt modelId="{B004F420-42D6-4E46-A00C-D2D6876591E5}" type="parTrans" cxnId="{252AF612-C61C-4ECC-BB75-8858849814DF}">
      <dgm:prSet/>
      <dgm:spPr/>
      <dgm:t>
        <a:bodyPr/>
        <a:lstStyle/>
        <a:p>
          <a:endParaRPr lang="zh-CN" altLang="en-US"/>
        </a:p>
      </dgm:t>
    </dgm:pt>
    <dgm:pt modelId="{D606CF01-1909-4464-AB06-8866E6386ED1}" type="sibTrans" cxnId="{252AF612-C61C-4ECC-BB75-8858849814DF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B8630C3-1FEA-4D65-8935-AB3B1CFBB372}">
          <dgm:prSet phldrT="[文本]" phldr="0" custT="1"/>
          <dgm:spPr/>
          <dgm:t>
            <a:bodyPr/>
            <a:lstStyle/>
            <a:p>
              <a14:m>
                <m:oMath xmlns:m="http://schemas.openxmlformats.org/officeDocument/2006/math">
                  <m:sSup>
                    <m:sSupPr>
                      <m:ctrlPr>
                        <a:rPr lang="en-US" altLang="zh-CN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zh-CN" altLang="en-US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𝝌</m:t>
                      </m:r>
                    </m:e>
                    <m:sup>
                      <m:r>
                        <a:rPr lang="en-US" altLang="zh-CN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sup>
                  </m:sSup>
                </m:oMath>
              </a14:m>
              <a:r>
                <a:rPr lang="en-US" altLang="zh-CN" sz="1800" b="1" dirty="0">
                  <a:solidFill>
                    <a:schemeClr val="bg1"/>
                  </a:solidFill>
                </a:rPr>
                <a:t> of different </a:t>
              </a:r>
              <a:r>
                <a:rPr lang="en-US" altLang="zh-CN" sz="1800" b="1" dirty="0"/>
                <a:t>bins</a:t>
              </a:r>
              <a:endParaRPr lang="zh-CN" altLang="en-US" sz="1800" b="1" dirty="0"/>
            </a:p>
          </dgm:t>
        </dgm:pt>
      </mc:Choice>
      <mc:Fallback xmlns="">
        <dgm:pt modelId="{EB8630C3-1FEA-4D65-8935-AB3B1CFBB372}">
          <dgm:prSet phldrT="[文本]" phldr="0" custT="1"/>
          <dgm:spPr/>
          <dgm:t>
            <a:bodyPr/>
            <a:lstStyle/>
            <a:p>
              <a:r>
                <a:rPr lang="zh-CN" altLang="en-US" sz="1800" b="1" i="0">
                  <a:solidFill>
                    <a:schemeClr val="bg1"/>
                  </a:solidFill>
                  <a:latin typeface="Cambria Math" panose="02040503050406030204" pitchFamily="18" charset="0"/>
                </a:rPr>
                <a:t>𝝌</a:t>
              </a:r>
              <a:r>
                <a:rPr lang="en-US" altLang="zh-CN" sz="1800" b="1" i="0">
                  <a:solidFill>
                    <a:schemeClr val="bg1"/>
                  </a:solidFill>
                  <a:latin typeface="Cambria Math" panose="02040503050406030204" pitchFamily="18" charset="0"/>
                </a:rPr>
                <a:t>^𝟐</a:t>
              </a:r>
              <a:r>
                <a:rPr lang="en-US" altLang="zh-CN" sz="1800" b="1" dirty="0">
                  <a:solidFill>
                    <a:schemeClr val="bg1"/>
                  </a:solidFill>
                </a:rPr>
                <a:t> of different </a:t>
              </a:r>
              <a:r>
                <a:rPr lang="en-US" altLang="zh-CN" sz="1800" b="1" dirty="0"/>
                <a:t>bins</a:t>
              </a:r>
              <a:endParaRPr lang="zh-CN" altLang="en-US" sz="1800" b="1" dirty="0"/>
            </a:p>
          </dgm:t>
        </dgm:pt>
      </mc:Fallback>
    </mc:AlternateContent>
    <dgm:pt modelId="{3C0BD6DB-2CA2-4DF6-8305-6FE3DAAD2816}" type="parTrans" cxnId="{4F238C85-AC22-4275-ADFE-42B117179589}">
      <dgm:prSet/>
      <dgm:spPr/>
      <dgm:t>
        <a:bodyPr/>
        <a:lstStyle/>
        <a:p>
          <a:endParaRPr lang="zh-CN" altLang="en-US"/>
        </a:p>
      </dgm:t>
    </dgm:pt>
    <dgm:pt modelId="{DC022528-22F6-4F33-9641-7411F83B4D65}" type="sibTrans" cxnId="{4F238C85-AC22-4275-ADFE-42B117179589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3D9FC11-6582-4DA0-B253-A67DE771ED94}">
          <dgm:prSet custT="1"/>
          <dgm:spPr/>
          <dgm:t>
            <a:bodyPr/>
            <a:lstStyle/>
            <a:p>
              <a:r>
                <a:rPr lang="en-US" altLang="zh-CN" sz="1600" b="1" dirty="0"/>
                <a:t>Global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zh-CN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zh-CN" altLang="en-US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𝝌</m:t>
                      </m:r>
                    </m:e>
                    <m:sup>
                      <m:r>
                        <a:rPr lang="en-US" altLang="zh-CN" sz="16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sup>
                  </m:sSup>
                </m:oMath>
              </a14:m>
              <a:r>
                <a:rPr lang="en-US" altLang="zh-CN" sz="1600" b="1" dirty="0">
                  <a:solidFill>
                    <a:schemeClr val="bg1"/>
                  </a:solidFill>
                </a:rPr>
                <a:t> of each measurement</a:t>
              </a:r>
              <a:endParaRPr lang="zh-CN" altLang="en-US" sz="1600" b="1" dirty="0"/>
            </a:p>
          </dgm:t>
        </dgm:pt>
      </mc:Choice>
      <mc:Fallback xmlns="">
        <dgm:pt modelId="{33D9FC11-6582-4DA0-B253-A67DE771ED94}">
          <dgm:prSet custT="1"/>
          <dgm:spPr/>
          <dgm:t>
            <a:bodyPr/>
            <a:lstStyle/>
            <a:p>
              <a:r>
                <a:rPr lang="en-US" altLang="zh-CN" sz="1600" b="1" dirty="0"/>
                <a:t>Global </a:t>
              </a:r>
              <a:r>
                <a:rPr lang="zh-CN" altLang="en-US" sz="1600" b="1" i="0">
                  <a:solidFill>
                    <a:schemeClr val="bg1"/>
                  </a:solidFill>
                  <a:latin typeface="Cambria Math" panose="02040503050406030204" pitchFamily="18" charset="0"/>
                </a:rPr>
                <a:t>𝝌</a:t>
              </a:r>
              <a:r>
                <a:rPr lang="en-US" altLang="zh-CN" sz="1600" b="1" i="0">
                  <a:solidFill>
                    <a:schemeClr val="bg1"/>
                  </a:solidFill>
                  <a:latin typeface="Cambria Math" panose="02040503050406030204" pitchFamily="18" charset="0"/>
                </a:rPr>
                <a:t>^𝟐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 of each measurement</a:t>
              </a:r>
              <a:endParaRPr lang="zh-CN" altLang="en-US" sz="1600" b="1" dirty="0"/>
            </a:p>
          </dgm:t>
        </dgm:pt>
      </mc:Fallback>
    </mc:AlternateContent>
    <dgm:pt modelId="{83DC08A4-3CC9-4576-8DAF-951BBCBDABDC}" type="parTrans" cxnId="{3DB53A33-7F98-4E8A-B154-667110005DEF}">
      <dgm:prSet/>
      <dgm:spPr/>
      <dgm:t>
        <a:bodyPr/>
        <a:lstStyle/>
        <a:p>
          <a:endParaRPr lang="zh-CN" altLang="en-US"/>
        </a:p>
      </dgm:t>
    </dgm:pt>
    <dgm:pt modelId="{DAFC69FC-6A4C-4BC0-A10B-76E20C1C4F02}" type="sibTrans" cxnId="{3DB53A33-7F98-4E8A-B154-667110005DEF}">
      <dgm:prSet/>
      <dgm:spPr/>
      <dgm:t>
        <a:bodyPr/>
        <a:lstStyle/>
        <a:p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C8F44A8-8FBE-443F-9DDB-557DAABBC23C}">
          <dgm:prSet/>
          <dgm:spPr/>
          <dgm:t>
            <a:bodyPr/>
            <a:lstStyle/>
            <a:p>
              <a:r>
                <a:rPr lang="en-US" altLang="zh-CN" dirty="0"/>
                <a:t>Global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zh-CN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zh-CN" altLang="en-US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𝝌</m:t>
                      </m:r>
                    </m:e>
                    <m:sup>
                      <m:r>
                        <a:rPr lang="en-US" altLang="zh-CN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sup>
                  </m:sSup>
                </m:oMath>
              </a14:m>
              <a:r>
                <a:rPr lang="en-US" altLang="zh-CN" b="1" dirty="0">
                  <a:solidFill>
                    <a:srgbClr val="FFFF00"/>
                  </a:solidFill>
                </a:rPr>
                <a:t> </a:t>
              </a:r>
              <a:endParaRPr lang="zh-CN" altLang="en-US" dirty="0"/>
            </a:p>
          </dgm:t>
        </dgm:pt>
      </mc:Choice>
      <mc:Fallback xmlns="">
        <dgm:pt modelId="{9C8F44A8-8FBE-443F-9DDB-557DAABBC23C}">
          <dgm:prSet/>
          <dgm:spPr/>
          <dgm:t>
            <a:bodyPr/>
            <a:lstStyle/>
            <a:p>
              <a:r>
                <a:rPr lang="en-US" altLang="zh-CN" dirty="0"/>
                <a:t>Global </a:t>
              </a:r>
              <a:r>
                <a:rPr lang="zh-CN" altLang="en-US" b="1" i="0">
                  <a:solidFill>
                    <a:srgbClr val="FFFF00"/>
                  </a:solidFill>
                  <a:latin typeface="Cambria Math" panose="02040503050406030204" pitchFamily="18" charset="0"/>
                </a:rPr>
                <a:t>𝝌</a:t>
              </a:r>
              <a:r>
                <a:rPr lang="en-US" altLang="zh-CN" b="1" i="0">
                  <a:solidFill>
                    <a:srgbClr val="FFFF00"/>
                  </a:solidFill>
                  <a:latin typeface="Cambria Math" panose="02040503050406030204" pitchFamily="18" charset="0"/>
                </a:rPr>
                <a:t>^𝟐</a:t>
              </a:r>
              <a:r>
                <a:rPr lang="en-US" altLang="zh-CN" b="1" dirty="0">
                  <a:solidFill>
                    <a:srgbClr val="FFFF00"/>
                  </a:solidFill>
                </a:rPr>
                <a:t> </a:t>
              </a:r>
              <a:endParaRPr lang="zh-CN" altLang="en-US" dirty="0"/>
            </a:p>
          </dgm:t>
        </dgm:pt>
      </mc:Fallback>
    </mc:AlternateContent>
    <dgm:pt modelId="{1D63DA1C-4B31-42DD-86AF-FB8DE742B580}" type="parTrans" cxnId="{FFCA22BE-3018-4122-8C40-2736DE025F91}">
      <dgm:prSet/>
      <dgm:spPr/>
      <dgm:t>
        <a:bodyPr/>
        <a:lstStyle/>
        <a:p>
          <a:endParaRPr lang="zh-CN" altLang="en-US"/>
        </a:p>
      </dgm:t>
    </dgm:pt>
    <dgm:pt modelId="{1EA92BCE-31BC-4D76-A09A-D75D8D712FD6}" type="sibTrans" cxnId="{FFCA22BE-3018-4122-8C40-2736DE025F91}">
      <dgm:prSet/>
      <dgm:spPr/>
      <dgm:t>
        <a:bodyPr/>
        <a:lstStyle/>
        <a:p>
          <a:endParaRPr lang="zh-CN" altLang="en-US"/>
        </a:p>
      </dgm:t>
    </dgm:pt>
    <dgm:pt modelId="{907819E1-86DB-4AEB-818D-94D73AC2DC38}" type="pres">
      <dgm:prSet presAssocID="{843B07D0-C14E-4CDD-A498-B226E6E48918}" presName="Name0" presStyleCnt="0">
        <dgm:presLayoutVars>
          <dgm:dir/>
          <dgm:resizeHandles val="exact"/>
        </dgm:presLayoutVars>
      </dgm:prSet>
      <dgm:spPr/>
    </dgm:pt>
    <dgm:pt modelId="{1D4D09B2-B1B9-4919-B850-44F066CBAABF}" type="pres">
      <dgm:prSet presAssocID="{6B58ED41-BECB-4E85-8CEB-4C63884EDE5C}" presName="node" presStyleLbl="node1" presStyleIdx="0" presStyleCnt="5" custScaleX="217546" custScaleY="88610">
        <dgm:presLayoutVars>
          <dgm:bulletEnabled val="1"/>
        </dgm:presLayoutVars>
      </dgm:prSet>
      <dgm:spPr/>
    </dgm:pt>
    <dgm:pt modelId="{0539CDB7-9496-43C4-A3B0-78D8F46573BD}" type="pres">
      <dgm:prSet presAssocID="{9513DC69-50DB-4A73-8B23-1095281757E6}" presName="sibTrans" presStyleLbl="sibTrans2D1" presStyleIdx="0" presStyleCnt="4"/>
      <dgm:spPr/>
    </dgm:pt>
    <dgm:pt modelId="{3C90FD50-4311-4C31-91CC-BDD61869AC87}" type="pres">
      <dgm:prSet presAssocID="{9513DC69-50DB-4A73-8B23-1095281757E6}" presName="connectorText" presStyleLbl="sibTrans2D1" presStyleIdx="0" presStyleCnt="4"/>
      <dgm:spPr/>
    </dgm:pt>
    <dgm:pt modelId="{FECD7956-B13C-4A97-9439-17B844FFA08D}" type="pres">
      <dgm:prSet presAssocID="{7BAA6533-D0E4-476D-9D21-4C066FD6C990}" presName="node" presStyleLbl="node1" presStyleIdx="1" presStyleCnt="5" custScaleX="289539" custScaleY="100565">
        <dgm:presLayoutVars>
          <dgm:bulletEnabled val="1"/>
        </dgm:presLayoutVars>
      </dgm:prSet>
      <dgm:spPr/>
    </dgm:pt>
    <dgm:pt modelId="{1E72DD51-DC61-4BBA-B3F2-D9E9CA4F9088}" type="pres">
      <dgm:prSet presAssocID="{D606CF01-1909-4464-AB06-8866E6386ED1}" presName="sibTrans" presStyleLbl="sibTrans2D1" presStyleIdx="1" presStyleCnt="4"/>
      <dgm:spPr/>
    </dgm:pt>
    <dgm:pt modelId="{589A7D2D-C584-474C-A0F6-2F163F555801}" type="pres">
      <dgm:prSet presAssocID="{D606CF01-1909-4464-AB06-8866E6386ED1}" presName="connectorText" presStyleLbl="sibTrans2D1" presStyleIdx="1" presStyleCnt="4"/>
      <dgm:spPr/>
    </dgm:pt>
    <dgm:pt modelId="{1DF91468-2052-4ABC-8E6F-B850BB2F1F52}" type="pres">
      <dgm:prSet presAssocID="{EB8630C3-1FEA-4D65-8935-AB3B1CFBB372}" presName="node" presStyleLbl="node1" presStyleIdx="2" presStyleCnt="5">
        <dgm:presLayoutVars>
          <dgm:bulletEnabled val="1"/>
        </dgm:presLayoutVars>
      </dgm:prSet>
      <dgm:spPr/>
    </dgm:pt>
    <dgm:pt modelId="{2BC5D2FD-EB31-4A1C-AE29-D5F4BD1C3D35}" type="pres">
      <dgm:prSet presAssocID="{DC022528-22F6-4F33-9641-7411F83B4D65}" presName="sibTrans" presStyleLbl="sibTrans2D1" presStyleIdx="2" presStyleCnt="4"/>
      <dgm:spPr/>
    </dgm:pt>
    <dgm:pt modelId="{5DCC435B-44EA-4984-9ECC-0D72194E4BBE}" type="pres">
      <dgm:prSet presAssocID="{DC022528-22F6-4F33-9641-7411F83B4D65}" presName="connectorText" presStyleLbl="sibTrans2D1" presStyleIdx="2" presStyleCnt="4"/>
      <dgm:spPr/>
    </dgm:pt>
    <dgm:pt modelId="{F0C66451-18D1-4E99-A0F9-234B8C6081A7}" type="pres">
      <dgm:prSet presAssocID="{33D9FC11-6582-4DA0-B253-A67DE771ED94}" presName="node" presStyleLbl="node1" presStyleIdx="3" presStyleCnt="5" custScaleX="136339">
        <dgm:presLayoutVars>
          <dgm:bulletEnabled val="1"/>
        </dgm:presLayoutVars>
      </dgm:prSet>
      <dgm:spPr/>
    </dgm:pt>
    <dgm:pt modelId="{FA61EA80-1F5C-4386-A45D-38141DFDF7A5}" type="pres">
      <dgm:prSet presAssocID="{DAFC69FC-6A4C-4BC0-A10B-76E20C1C4F02}" presName="sibTrans" presStyleLbl="sibTrans2D1" presStyleIdx="3" presStyleCnt="4"/>
      <dgm:spPr/>
    </dgm:pt>
    <dgm:pt modelId="{C19A408D-8E2F-40BF-B581-67A03EB3A36F}" type="pres">
      <dgm:prSet presAssocID="{DAFC69FC-6A4C-4BC0-A10B-76E20C1C4F02}" presName="connectorText" presStyleLbl="sibTrans2D1" presStyleIdx="3" presStyleCnt="4"/>
      <dgm:spPr/>
    </dgm:pt>
    <dgm:pt modelId="{8FEFB3B8-6A93-48CE-BE0A-88D763B13B9A}" type="pres">
      <dgm:prSet presAssocID="{9C8F44A8-8FBE-443F-9DDB-557DAABBC23C}" presName="node" presStyleLbl="node1" presStyleIdx="4" presStyleCnt="5">
        <dgm:presLayoutVars>
          <dgm:bulletEnabled val="1"/>
        </dgm:presLayoutVars>
      </dgm:prSet>
      <dgm:spPr/>
    </dgm:pt>
  </dgm:ptLst>
  <dgm:cxnLst>
    <dgm:cxn modelId="{68CD430C-A6C5-446C-ACC0-B07D567436FF}" type="presOf" srcId="{9513DC69-50DB-4A73-8B23-1095281757E6}" destId="{0539CDB7-9496-43C4-A3B0-78D8F46573BD}" srcOrd="0" destOrd="0" presId="urn:microsoft.com/office/officeart/2005/8/layout/process1"/>
    <dgm:cxn modelId="{252AF612-C61C-4ECC-BB75-8858849814DF}" srcId="{843B07D0-C14E-4CDD-A498-B226E6E48918}" destId="{7BAA6533-D0E4-476D-9D21-4C066FD6C990}" srcOrd="1" destOrd="0" parTransId="{B004F420-42D6-4E46-A00C-D2D6876591E5}" sibTransId="{D606CF01-1909-4464-AB06-8866E6386ED1}"/>
    <dgm:cxn modelId="{3ED0A01B-9249-4269-B7A3-731F80DE3CAB}" type="presOf" srcId="{7BAA6533-D0E4-476D-9D21-4C066FD6C990}" destId="{FECD7956-B13C-4A97-9439-17B844FFA08D}" srcOrd="0" destOrd="0" presId="urn:microsoft.com/office/officeart/2005/8/layout/process1"/>
    <dgm:cxn modelId="{FFC81630-DB1B-4689-ACFD-E78122A86712}" type="presOf" srcId="{DAFC69FC-6A4C-4BC0-A10B-76E20C1C4F02}" destId="{C19A408D-8E2F-40BF-B581-67A03EB3A36F}" srcOrd="1" destOrd="0" presId="urn:microsoft.com/office/officeart/2005/8/layout/process1"/>
    <dgm:cxn modelId="{3DB53A33-7F98-4E8A-B154-667110005DEF}" srcId="{843B07D0-C14E-4CDD-A498-B226E6E48918}" destId="{33D9FC11-6582-4DA0-B253-A67DE771ED94}" srcOrd="3" destOrd="0" parTransId="{83DC08A4-3CC9-4576-8DAF-951BBCBDABDC}" sibTransId="{DAFC69FC-6A4C-4BC0-A10B-76E20C1C4F02}"/>
    <dgm:cxn modelId="{118E363D-D683-4C2B-B877-E88F577E707E}" type="presOf" srcId="{D606CF01-1909-4464-AB06-8866E6386ED1}" destId="{589A7D2D-C584-474C-A0F6-2F163F555801}" srcOrd="1" destOrd="0" presId="urn:microsoft.com/office/officeart/2005/8/layout/process1"/>
    <dgm:cxn modelId="{47E12F5E-51F3-4661-AE62-8D04C945FD02}" type="presOf" srcId="{D606CF01-1909-4464-AB06-8866E6386ED1}" destId="{1E72DD51-DC61-4BBA-B3F2-D9E9CA4F9088}" srcOrd="0" destOrd="0" presId="urn:microsoft.com/office/officeart/2005/8/layout/process1"/>
    <dgm:cxn modelId="{F7334D60-0BDD-4F7B-9274-715CED524E63}" type="presOf" srcId="{9C8F44A8-8FBE-443F-9DDB-557DAABBC23C}" destId="{8FEFB3B8-6A93-48CE-BE0A-88D763B13B9A}" srcOrd="0" destOrd="0" presId="urn:microsoft.com/office/officeart/2005/8/layout/process1"/>
    <dgm:cxn modelId="{A92C106F-4EE2-43AB-9EFF-DB90C9D52C9D}" type="presOf" srcId="{DAFC69FC-6A4C-4BC0-A10B-76E20C1C4F02}" destId="{FA61EA80-1F5C-4386-A45D-38141DFDF7A5}" srcOrd="0" destOrd="0" presId="urn:microsoft.com/office/officeart/2005/8/layout/process1"/>
    <dgm:cxn modelId="{4F238C85-AC22-4275-ADFE-42B117179589}" srcId="{843B07D0-C14E-4CDD-A498-B226E6E48918}" destId="{EB8630C3-1FEA-4D65-8935-AB3B1CFBB372}" srcOrd="2" destOrd="0" parTransId="{3C0BD6DB-2CA2-4DF6-8305-6FE3DAAD2816}" sibTransId="{DC022528-22F6-4F33-9641-7411F83B4D65}"/>
    <dgm:cxn modelId="{69C0EF87-E291-4384-8DA6-5AFA5B89AF6F}" type="presOf" srcId="{9513DC69-50DB-4A73-8B23-1095281757E6}" destId="{3C90FD50-4311-4C31-91CC-BDD61869AC87}" srcOrd="1" destOrd="0" presId="urn:microsoft.com/office/officeart/2005/8/layout/process1"/>
    <dgm:cxn modelId="{453DF198-A094-4739-9A16-88C9E2586C90}" type="presOf" srcId="{DC022528-22F6-4F33-9641-7411F83B4D65}" destId="{2BC5D2FD-EB31-4A1C-AE29-D5F4BD1C3D35}" srcOrd="0" destOrd="0" presId="urn:microsoft.com/office/officeart/2005/8/layout/process1"/>
    <dgm:cxn modelId="{9FA5E4A4-3110-4884-B922-8A570531F95C}" type="presOf" srcId="{6B58ED41-BECB-4E85-8CEB-4C63884EDE5C}" destId="{1D4D09B2-B1B9-4919-B850-44F066CBAABF}" srcOrd="0" destOrd="0" presId="urn:microsoft.com/office/officeart/2005/8/layout/process1"/>
    <dgm:cxn modelId="{00E310A7-6DEE-4D18-96B2-53B9F41F7D12}" type="presOf" srcId="{843B07D0-C14E-4CDD-A498-B226E6E48918}" destId="{907819E1-86DB-4AEB-818D-94D73AC2DC38}" srcOrd="0" destOrd="0" presId="urn:microsoft.com/office/officeart/2005/8/layout/process1"/>
    <dgm:cxn modelId="{A55F79A9-9ECB-4782-A257-885B7363C0AC}" type="presOf" srcId="{33D9FC11-6582-4DA0-B253-A67DE771ED94}" destId="{F0C66451-18D1-4E99-A0F9-234B8C6081A7}" srcOrd="0" destOrd="0" presId="urn:microsoft.com/office/officeart/2005/8/layout/process1"/>
    <dgm:cxn modelId="{FFCA22BE-3018-4122-8C40-2736DE025F91}" srcId="{843B07D0-C14E-4CDD-A498-B226E6E48918}" destId="{9C8F44A8-8FBE-443F-9DDB-557DAABBC23C}" srcOrd="4" destOrd="0" parTransId="{1D63DA1C-4B31-42DD-86AF-FB8DE742B580}" sibTransId="{1EA92BCE-31BC-4D76-A09A-D75D8D712FD6}"/>
    <dgm:cxn modelId="{F69C1EC1-93CB-436D-BB3C-85A0F9AE24E4}" srcId="{843B07D0-C14E-4CDD-A498-B226E6E48918}" destId="{6B58ED41-BECB-4E85-8CEB-4C63884EDE5C}" srcOrd="0" destOrd="0" parTransId="{3367BF3A-007A-4C04-83EC-A17FB275D645}" sibTransId="{9513DC69-50DB-4A73-8B23-1095281757E6}"/>
    <dgm:cxn modelId="{BF5740C2-822E-457A-B40B-7DEEBA97C893}" type="presOf" srcId="{EB8630C3-1FEA-4D65-8935-AB3B1CFBB372}" destId="{1DF91468-2052-4ABC-8E6F-B850BB2F1F52}" srcOrd="0" destOrd="0" presId="urn:microsoft.com/office/officeart/2005/8/layout/process1"/>
    <dgm:cxn modelId="{CD88F4C7-6F35-485F-B7FA-9E2FDC34F5AD}" type="presOf" srcId="{DC022528-22F6-4F33-9641-7411F83B4D65}" destId="{5DCC435B-44EA-4984-9ECC-0D72194E4BBE}" srcOrd="1" destOrd="0" presId="urn:microsoft.com/office/officeart/2005/8/layout/process1"/>
    <dgm:cxn modelId="{BFC97C38-9D11-49EC-9FB7-EE3BC768CDD2}" type="presParOf" srcId="{907819E1-86DB-4AEB-818D-94D73AC2DC38}" destId="{1D4D09B2-B1B9-4919-B850-44F066CBAABF}" srcOrd="0" destOrd="0" presId="urn:microsoft.com/office/officeart/2005/8/layout/process1"/>
    <dgm:cxn modelId="{5154A121-04CA-4682-8BB4-342CC4DF2ECC}" type="presParOf" srcId="{907819E1-86DB-4AEB-818D-94D73AC2DC38}" destId="{0539CDB7-9496-43C4-A3B0-78D8F46573BD}" srcOrd="1" destOrd="0" presId="urn:microsoft.com/office/officeart/2005/8/layout/process1"/>
    <dgm:cxn modelId="{5574FC42-8C55-421B-885B-D095C3E090E4}" type="presParOf" srcId="{0539CDB7-9496-43C4-A3B0-78D8F46573BD}" destId="{3C90FD50-4311-4C31-91CC-BDD61869AC87}" srcOrd="0" destOrd="0" presId="urn:microsoft.com/office/officeart/2005/8/layout/process1"/>
    <dgm:cxn modelId="{FB30E925-60E6-45CE-9E11-3CBD50171C66}" type="presParOf" srcId="{907819E1-86DB-4AEB-818D-94D73AC2DC38}" destId="{FECD7956-B13C-4A97-9439-17B844FFA08D}" srcOrd="2" destOrd="0" presId="urn:microsoft.com/office/officeart/2005/8/layout/process1"/>
    <dgm:cxn modelId="{6F6BE16A-CB97-4C22-968C-6D5BD508BC78}" type="presParOf" srcId="{907819E1-86DB-4AEB-818D-94D73AC2DC38}" destId="{1E72DD51-DC61-4BBA-B3F2-D9E9CA4F9088}" srcOrd="3" destOrd="0" presId="urn:microsoft.com/office/officeart/2005/8/layout/process1"/>
    <dgm:cxn modelId="{C7DFBD28-7336-46ED-862C-3096D95E1711}" type="presParOf" srcId="{1E72DD51-DC61-4BBA-B3F2-D9E9CA4F9088}" destId="{589A7D2D-C584-474C-A0F6-2F163F555801}" srcOrd="0" destOrd="0" presId="urn:microsoft.com/office/officeart/2005/8/layout/process1"/>
    <dgm:cxn modelId="{70CD72C5-352E-4FD7-BF6B-EB88314832F7}" type="presParOf" srcId="{907819E1-86DB-4AEB-818D-94D73AC2DC38}" destId="{1DF91468-2052-4ABC-8E6F-B850BB2F1F52}" srcOrd="4" destOrd="0" presId="urn:microsoft.com/office/officeart/2005/8/layout/process1"/>
    <dgm:cxn modelId="{2B35A114-E266-4DEA-A4F3-DE9BC338CD53}" type="presParOf" srcId="{907819E1-86DB-4AEB-818D-94D73AC2DC38}" destId="{2BC5D2FD-EB31-4A1C-AE29-D5F4BD1C3D35}" srcOrd="5" destOrd="0" presId="urn:microsoft.com/office/officeart/2005/8/layout/process1"/>
    <dgm:cxn modelId="{2A2A1337-CCE0-4CF3-BFC5-182E990FB1D9}" type="presParOf" srcId="{2BC5D2FD-EB31-4A1C-AE29-D5F4BD1C3D35}" destId="{5DCC435B-44EA-4984-9ECC-0D72194E4BBE}" srcOrd="0" destOrd="0" presId="urn:microsoft.com/office/officeart/2005/8/layout/process1"/>
    <dgm:cxn modelId="{C1602DE3-C802-4C04-B4B5-96569A740B01}" type="presParOf" srcId="{907819E1-86DB-4AEB-818D-94D73AC2DC38}" destId="{F0C66451-18D1-4E99-A0F9-234B8C6081A7}" srcOrd="6" destOrd="0" presId="urn:microsoft.com/office/officeart/2005/8/layout/process1"/>
    <dgm:cxn modelId="{3F8F93BB-071C-48D7-8DB7-995F82A0A70E}" type="presParOf" srcId="{907819E1-86DB-4AEB-818D-94D73AC2DC38}" destId="{FA61EA80-1F5C-4386-A45D-38141DFDF7A5}" srcOrd="7" destOrd="0" presId="urn:microsoft.com/office/officeart/2005/8/layout/process1"/>
    <dgm:cxn modelId="{BCB3F6C0-2AB8-4CE4-8624-01EFE06D2EAD}" type="presParOf" srcId="{FA61EA80-1F5C-4386-A45D-38141DFDF7A5}" destId="{C19A408D-8E2F-40BF-B581-67A03EB3A36F}" srcOrd="0" destOrd="0" presId="urn:microsoft.com/office/officeart/2005/8/layout/process1"/>
    <dgm:cxn modelId="{F05B53A9-BD2E-4645-9DB2-6108FAA1AF7F}" type="presParOf" srcId="{907819E1-86DB-4AEB-818D-94D73AC2DC38}" destId="{8FEFB3B8-6A93-48CE-BE0A-88D763B13B9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3B07D0-C14E-4CDD-A498-B226E6E4891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B58ED41-BECB-4E85-8CEB-4C63884EDE5C}">
      <dgm:prSet phldrT="[文本]" custT="1"/>
      <dgm:spPr/>
      <dgm:t>
        <a:bodyPr/>
        <a:lstStyle/>
        <a:p>
          <a:r>
            <a:rPr lang="en-US" altLang="zh-CN" sz="1800" b="1" dirty="0">
              <a:solidFill>
                <a:schemeClr val="bg1"/>
              </a:solidFill>
            </a:rPr>
            <a:t>inclusive cross sections and branch ratios</a:t>
          </a:r>
          <a:endParaRPr lang="zh-CN" altLang="en-US" sz="1800" b="1" dirty="0">
            <a:solidFill>
              <a:schemeClr val="bg1"/>
            </a:solidFill>
          </a:endParaRPr>
        </a:p>
      </dgm:t>
    </dgm:pt>
    <dgm:pt modelId="{3367BF3A-007A-4C04-83EC-A17FB275D645}" type="parTrans" cxnId="{F69C1EC1-93CB-436D-BB3C-85A0F9AE24E4}">
      <dgm:prSet/>
      <dgm:spPr/>
      <dgm:t>
        <a:bodyPr/>
        <a:lstStyle/>
        <a:p>
          <a:endParaRPr lang="zh-CN" altLang="en-US"/>
        </a:p>
      </dgm:t>
    </dgm:pt>
    <dgm:pt modelId="{9513DC69-50DB-4A73-8B23-1095281757E6}" type="sibTrans" cxnId="{F69C1EC1-93CB-436D-BB3C-85A0F9AE24E4}">
      <dgm:prSet/>
      <dgm:spPr/>
      <dgm:t>
        <a:bodyPr/>
        <a:lstStyle/>
        <a:p>
          <a:endParaRPr lang="zh-CN" altLang="en-US"/>
        </a:p>
      </dgm:t>
    </dgm:pt>
    <dgm:pt modelId="{7BAA6533-D0E4-476D-9D21-4C066FD6C990}">
      <dgm:prSet phldrT="[文本]" custT="1"/>
      <dgm:spPr/>
      <dgm:t>
        <a:bodyPr/>
        <a:lstStyle/>
        <a:p>
          <a:r>
            <a:rPr lang="en-US" altLang="zh-CN" sz="1800" b="1" dirty="0">
              <a:solidFill>
                <a:schemeClr val="bg1"/>
              </a:solidFill>
            </a:rPr>
            <a:t>SM Higgs boson </a:t>
          </a:r>
          <a:r>
            <a:rPr lang="en-US" altLang="zh-CN" sz="1800" b="1" dirty="0">
              <a:solidFill>
                <a:srgbClr val="FFFF00"/>
              </a:solidFill>
            </a:rPr>
            <a:t>kinematic template</a:t>
          </a:r>
        </a:p>
        <a:p>
          <a:r>
            <a:rPr lang="en-US" altLang="zh-CN" sz="1800" b="1" dirty="0">
              <a:solidFill>
                <a:schemeClr val="bg1"/>
              </a:solidFill>
            </a:rPr>
            <a:t>+</a:t>
          </a:r>
        </a:p>
        <a:p>
          <a:r>
            <a:rPr lang="en-US" altLang="zh-CN" sz="2000" b="1" dirty="0">
              <a:solidFill>
                <a:srgbClr val="FFFF00"/>
              </a:solidFill>
            </a:rPr>
            <a:t>modification factors </a:t>
          </a:r>
          <a:endParaRPr lang="zh-CN" altLang="en-US" sz="2000" b="1" dirty="0">
            <a:solidFill>
              <a:srgbClr val="FFFF00"/>
            </a:solidFill>
          </a:endParaRPr>
        </a:p>
      </dgm:t>
    </dgm:pt>
    <dgm:pt modelId="{B004F420-42D6-4E46-A00C-D2D6876591E5}" type="parTrans" cxnId="{252AF612-C61C-4ECC-BB75-8858849814DF}">
      <dgm:prSet/>
      <dgm:spPr/>
      <dgm:t>
        <a:bodyPr/>
        <a:lstStyle/>
        <a:p>
          <a:endParaRPr lang="zh-CN" altLang="en-US"/>
        </a:p>
      </dgm:t>
    </dgm:pt>
    <dgm:pt modelId="{D606CF01-1909-4464-AB06-8866E6386ED1}" type="sibTrans" cxnId="{252AF612-C61C-4ECC-BB75-8858849814DF}">
      <dgm:prSet/>
      <dgm:spPr/>
      <dgm:t>
        <a:bodyPr/>
        <a:lstStyle/>
        <a:p>
          <a:endParaRPr lang="zh-CN" altLang="en-US"/>
        </a:p>
      </dgm:t>
    </dgm:pt>
    <dgm:pt modelId="{EB8630C3-1FEA-4D65-8935-AB3B1CFBB372}">
      <dgm:prSet phldrT="[文本]" phldr="0" custT="1"/>
      <dgm:spPr>
        <a:blipFill>
          <a:blip xmlns:r="http://schemas.openxmlformats.org/officeDocument/2006/relationships" r:embed="rId1"/>
          <a:stretch>
            <a:fillRect l="-498" r="-4478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3C0BD6DB-2CA2-4DF6-8305-6FE3DAAD2816}" type="parTrans" cxnId="{4F238C85-AC22-4275-ADFE-42B117179589}">
      <dgm:prSet/>
      <dgm:spPr/>
      <dgm:t>
        <a:bodyPr/>
        <a:lstStyle/>
        <a:p>
          <a:endParaRPr lang="zh-CN" altLang="en-US"/>
        </a:p>
      </dgm:t>
    </dgm:pt>
    <dgm:pt modelId="{DC022528-22F6-4F33-9641-7411F83B4D65}" type="sibTrans" cxnId="{4F238C85-AC22-4275-ADFE-42B117179589}">
      <dgm:prSet/>
      <dgm:spPr/>
      <dgm:t>
        <a:bodyPr/>
        <a:lstStyle/>
        <a:p>
          <a:endParaRPr lang="zh-CN" altLang="en-US"/>
        </a:p>
      </dgm:t>
    </dgm:pt>
    <dgm:pt modelId="{33D9FC11-6582-4DA0-B253-A67DE771ED94}">
      <dgm:prSet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83DC08A4-3CC9-4576-8DAF-951BBCBDABDC}" type="parTrans" cxnId="{3DB53A33-7F98-4E8A-B154-667110005DEF}">
      <dgm:prSet/>
      <dgm:spPr/>
      <dgm:t>
        <a:bodyPr/>
        <a:lstStyle/>
        <a:p>
          <a:endParaRPr lang="zh-CN" altLang="en-US"/>
        </a:p>
      </dgm:t>
    </dgm:pt>
    <dgm:pt modelId="{DAFC69FC-6A4C-4BC0-A10B-76E20C1C4F02}" type="sibTrans" cxnId="{3DB53A33-7F98-4E8A-B154-667110005DEF}">
      <dgm:prSet/>
      <dgm:spPr/>
      <dgm:t>
        <a:bodyPr/>
        <a:lstStyle/>
        <a:p>
          <a:endParaRPr lang="zh-CN" altLang="en-US"/>
        </a:p>
      </dgm:t>
    </dgm:pt>
    <dgm:pt modelId="{9C8F44A8-8FBE-443F-9DDB-557DAABBC23C}">
      <dgm:prSet/>
      <dgm:spPr>
        <a:blipFill>
          <a:blip xmlns:r="http://schemas.openxmlformats.org/officeDocument/2006/relationships" r:embed="rId3"/>
          <a:stretch>
            <a:fillRect l="-6468" r="-13433"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1D63DA1C-4B31-42DD-86AF-FB8DE742B580}" type="parTrans" cxnId="{FFCA22BE-3018-4122-8C40-2736DE025F91}">
      <dgm:prSet/>
      <dgm:spPr/>
      <dgm:t>
        <a:bodyPr/>
        <a:lstStyle/>
        <a:p>
          <a:endParaRPr lang="zh-CN" altLang="en-US"/>
        </a:p>
      </dgm:t>
    </dgm:pt>
    <dgm:pt modelId="{1EA92BCE-31BC-4D76-A09A-D75D8D712FD6}" type="sibTrans" cxnId="{FFCA22BE-3018-4122-8C40-2736DE025F91}">
      <dgm:prSet/>
      <dgm:spPr/>
      <dgm:t>
        <a:bodyPr/>
        <a:lstStyle/>
        <a:p>
          <a:endParaRPr lang="zh-CN" altLang="en-US"/>
        </a:p>
      </dgm:t>
    </dgm:pt>
    <dgm:pt modelId="{907819E1-86DB-4AEB-818D-94D73AC2DC38}" type="pres">
      <dgm:prSet presAssocID="{843B07D0-C14E-4CDD-A498-B226E6E48918}" presName="Name0" presStyleCnt="0">
        <dgm:presLayoutVars>
          <dgm:dir/>
          <dgm:resizeHandles val="exact"/>
        </dgm:presLayoutVars>
      </dgm:prSet>
      <dgm:spPr/>
    </dgm:pt>
    <dgm:pt modelId="{1D4D09B2-B1B9-4919-B850-44F066CBAABF}" type="pres">
      <dgm:prSet presAssocID="{6B58ED41-BECB-4E85-8CEB-4C63884EDE5C}" presName="node" presStyleLbl="node1" presStyleIdx="0" presStyleCnt="5" custScaleX="217546" custScaleY="88610">
        <dgm:presLayoutVars>
          <dgm:bulletEnabled val="1"/>
        </dgm:presLayoutVars>
      </dgm:prSet>
      <dgm:spPr/>
    </dgm:pt>
    <dgm:pt modelId="{0539CDB7-9496-43C4-A3B0-78D8F46573BD}" type="pres">
      <dgm:prSet presAssocID="{9513DC69-50DB-4A73-8B23-1095281757E6}" presName="sibTrans" presStyleLbl="sibTrans2D1" presStyleIdx="0" presStyleCnt="4"/>
      <dgm:spPr/>
    </dgm:pt>
    <dgm:pt modelId="{3C90FD50-4311-4C31-91CC-BDD61869AC87}" type="pres">
      <dgm:prSet presAssocID="{9513DC69-50DB-4A73-8B23-1095281757E6}" presName="connectorText" presStyleLbl="sibTrans2D1" presStyleIdx="0" presStyleCnt="4"/>
      <dgm:spPr/>
    </dgm:pt>
    <dgm:pt modelId="{FECD7956-B13C-4A97-9439-17B844FFA08D}" type="pres">
      <dgm:prSet presAssocID="{7BAA6533-D0E4-476D-9D21-4C066FD6C990}" presName="node" presStyleLbl="node1" presStyleIdx="1" presStyleCnt="5" custScaleX="289539" custScaleY="100565">
        <dgm:presLayoutVars>
          <dgm:bulletEnabled val="1"/>
        </dgm:presLayoutVars>
      </dgm:prSet>
      <dgm:spPr/>
    </dgm:pt>
    <dgm:pt modelId="{1E72DD51-DC61-4BBA-B3F2-D9E9CA4F9088}" type="pres">
      <dgm:prSet presAssocID="{D606CF01-1909-4464-AB06-8866E6386ED1}" presName="sibTrans" presStyleLbl="sibTrans2D1" presStyleIdx="1" presStyleCnt="4"/>
      <dgm:spPr/>
    </dgm:pt>
    <dgm:pt modelId="{589A7D2D-C584-474C-A0F6-2F163F555801}" type="pres">
      <dgm:prSet presAssocID="{D606CF01-1909-4464-AB06-8866E6386ED1}" presName="connectorText" presStyleLbl="sibTrans2D1" presStyleIdx="1" presStyleCnt="4"/>
      <dgm:spPr/>
    </dgm:pt>
    <dgm:pt modelId="{1DF91468-2052-4ABC-8E6F-B850BB2F1F52}" type="pres">
      <dgm:prSet presAssocID="{EB8630C3-1FEA-4D65-8935-AB3B1CFBB372}" presName="node" presStyleLbl="node1" presStyleIdx="2" presStyleCnt="5">
        <dgm:presLayoutVars>
          <dgm:bulletEnabled val="1"/>
        </dgm:presLayoutVars>
      </dgm:prSet>
      <dgm:spPr/>
    </dgm:pt>
    <dgm:pt modelId="{2BC5D2FD-EB31-4A1C-AE29-D5F4BD1C3D35}" type="pres">
      <dgm:prSet presAssocID="{DC022528-22F6-4F33-9641-7411F83B4D65}" presName="sibTrans" presStyleLbl="sibTrans2D1" presStyleIdx="2" presStyleCnt="4"/>
      <dgm:spPr/>
    </dgm:pt>
    <dgm:pt modelId="{5DCC435B-44EA-4984-9ECC-0D72194E4BBE}" type="pres">
      <dgm:prSet presAssocID="{DC022528-22F6-4F33-9641-7411F83B4D65}" presName="connectorText" presStyleLbl="sibTrans2D1" presStyleIdx="2" presStyleCnt="4"/>
      <dgm:spPr/>
    </dgm:pt>
    <dgm:pt modelId="{F0C66451-18D1-4E99-A0F9-234B8C6081A7}" type="pres">
      <dgm:prSet presAssocID="{33D9FC11-6582-4DA0-B253-A67DE771ED94}" presName="node" presStyleLbl="node1" presStyleIdx="3" presStyleCnt="5" custScaleX="136339">
        <dgm:presLayoutVars>
          <dgm:bulletEnabled val="1"/>
        </dgm:presLayoutVars>
      </dgm:prSet>
      <dgm:spPr/>
    </dgm:pt>
    <dgm:pt modelId="{FA61EA80-1F5C-4386-A45D-38141DFDF7A5}" type="pres">
      <dgm:prSet presAssocID="{DAFC69FC-6A4C-4BC0-A10B-76E20C1C4F02}" presName="sibTrans" presStyleLbl="sibTrans2D1" presStyleIdx="3" presStyleCnt="4"/>
      <dgm:spPr/>
    </dgm:pt>
    <dgm:pt modelId="{C19A408D-8E2F-40BF-B581-67A03EB3A36F}" type="pres">
      <dgm:prSet presAssocID="{DAFC69FC-6A4C-4BC0-A10B-76E20C1C4F02}" presName="connectorText" presStyleLbl="sibTrans2D1" presStyleIdx="3" presStyleCnt="4"/>
      <dgm:spPr/>
    </dgm:pt>
    <dgm:pt modelId="{8FEFB3B8-6A93-48CE-BE0A-88D763B13B9A}" type="pres">
      <dgm:prSet presAssocID="{9C8F44A8-8FBE-443F-9DDB-557DAABBC23C}" presName="node" presStyleLbl="node1" presStyleIdx="4" presStyleCnt="5">
        <dgm:presLayoutVars>
          <dgm:bulletEnabled val="1"/>
        </dgm:presLayoutVars>
      </dgm:prSet>
      <dgm:spPr/>
    </dgm:pt>
  </dgm:ptLst>
  <dgm:cxnLst>
    <dgm:cxn modelId="{68CD430C-A6C5-446C-ACC0-B07D567436FF}" type="presOf" srcId="{9513DC69-50DB-4A73-8B23-1095281757E6}" destId="{0539CDB7-9496-43C4-A3B0-78D8F46573BD}" srcOrd="0" destOrd="0" presId="urn:microsoft.com/office/officeart/2005/8/layout/process1"/>
    <dgm:cxn modelId="{252AF612-C61C-4ECC-BB75-8858849814DF}" srcId="{843B07D0-C14E-4CDD-A498-B226E6E48918}" destId="{7BAA6533-D0E4-476D-9D21-4C066FD6C990}" srcOrd="1" destOrd="0" parTransId="{B004F420-42D6-4E46-A00C-D2D6876591E5}" sibTransId="{D606CF01-1909-4464-AB06-8866E6386ED1}"/>
    <dgm:cxn modelId="{3ED0A01B-9249-4269-B7A3-731F80DE3CAB}" type="presOf" srcId="{7BAA6533-D0E4-476D-9D21-4C066FD6C990}" destId="{FECD7956-B13C-4A97-9439-17B844FFA08D}" srcOrd="0" destOrd="0" presId="urn:microsoft.com/office/officeart/2005/8/layout/process1"/>
    <dgm:cxn modelId="{FFC81630-DB1B-4689-ACFD-E78122A86712}" type="presOf" srcId="{DAFC69FC-6A4C-4BC0-A10B-76E20C1C4F02}" destId="{C19A408D-8E2F-40BF-B581-67A03EB3A36F}" srcOrd="1" destOrd="0" presId="urn:microsoft.com/office/officeart/2005/8/layout/process1"/>
    <dgm:cxn modelId="{3DB53A33-7F98-4E8A-B154-667110005DEF}" srcId="{843B07D0-C14E-4CDD-A498-B226E6E48918}" destId="{33D9FC11-6582-4DA0-B253-A67DE771ED94}" srcOrd="3" destOrd="0" parTransId="{83DC08A4-3CC9-4576-8DAF-951BBCBDABDC}" sibTransId="{DAFC69FC-6A4C-4BC0-A10B-76E20C1C4F02}"/>
    <dgm:cxn modelId="{118E363D-D683-4C2B-B877-E88F577E707E}" type="presOf" srcId="{D606CF01-1909-4464-AB06-8866E6386ED1}" destId="{589A7D2D-C584-474C-A0F6-2F163F555801}" srcOrd="1" destOrd="0" presId="urn:microsoft.com/office/officeart/2005/8/layout/process1"/>
    <dgm:cxn modelId="{47E12F5E-51F3-4661-AE62-8D04C945FD02}" type="presOf" srcId="{D606CF01-1909-4464-AB06-8866E6386ED1}" destId="{1E72DD51-DC61-4BBA-B3F2-D9E9CA4F9088}" srcOrd="0" destOrd="0" presId="urn:microsoft.com/office/officeart/2005/8/layout/process1"/>
    <dgm:cxn modelId="{F7334D60-0BDD-4F7B-9274-715CED524E63}" type="presOf" srcId="{9C8F44A8-8FBE-443F-9DDB-557DAABBC23C}" destId="{8FEFB3B8-6A93-48CE-BE0A-88D763B13B9A}" srcOrd="0" destOrd="0" presId="urn:microsoft.com/office/officeart/2005/8/layout/process1"/>
    <dgm:cxn modelId="{A92C106F-4EE2-43AB-9EFF-DB90C9D52C9D}" type="presOf" srcId="{DAFC69FC-6A4C-4BC0-A10B-76E20C1C4F02}" destId="{FA61EA80-1F5C-4386-A45D-38141DFDF7A5}" srcOrd="0" destOrd="0" presId="urn:microsoft.com/office/officeart/2005/8/layout/process1"/>
    <dgm:cxn modelId="{4F238C85-AC22-4275-ADFE-42B117179589}" srcId="{843B07D0-C14E-4CDD-A498-B226E6E48918}" destId="{EB8630C3-1FEA-4D65-8935-AB3B1CFBB372}" srcOrd="2" destOrd="0" parTransId="{3C0BD6DB-2CA2-4DF6-8305-6FE3DAAD2816}" sibTransId="{DC022528-22F6-4F33-9641-7411F83B4D65}"/>
    <dgm:cxn modelId="{69C0EF87-E291-4384-8DA6-5AFA5B89AF6F}" type="presOf" srcId="{9513DC69-50DB-4A73-8B23-1095281757E6}" destId="{3C90FD50-4311-4C31-91CC-BDD61869AC87}" srcOrd="1" destOrd="0" presId="urn:microsoft.com/office/officeart/2005/8/layout/process1"/>
    <dgm:cxn modelId="{453DF198-A094-4739-9A16-88C9E2586C90}" type="presOf" srcId="{DC022528-22F6-4F33-9641-7411F83B4D65}" destId="{2BC5D2FD-EB31-4A1C-AE29-D5F4BD1C3D35}" srcOrd="0" destOrd="0" presId="urn:microsoft.com/office/officeart/2005/8/layout/process1"/>
    <dgm:cxn modelId="{9FA5E4A4-3110-4884-B922-8A570531F95C}" type="presOf" srcId="{6B58ED41-BECB-4E85-8CEB-4C63884EDE5C}" destId="{1D4D09B2-B1B9-4919-B850-44F066CBAABF}" srcOrd="0" destOrd="0" presId="urn:microsoft.com/office/officeart/2005/8/layout/process1"/>
    <dgm:cxn modelId="{00E310A7-6DEE-4D18-96B2-53B9F41F7D12}" type="presOf" srcId="{843B07D0-C14E-4CDD-A498-B226E6E48918}" destId="{907819E1-86DB-4AEB-818D-94D73AC2DC38}" srcOrd="0" destOrd="0" presId="urn:microsoft.com/office/officeart/2005/8/layout/process1"/>
    <dgm:cxn modelId="{A55F79A9-9ECB-4782-A257-885B7363C0AC}" type="presOf" srcId="{33D9FC11-6582-4DA0-B253-A67DE771ED94}" destId="{F0C66451-18D1-4E99-A0F9-234B8C6081A7}" srcOrd="0" destOrd="0" presId="urn:microsoft.com/office/officeart/2005/8/layout/process1"/>
    <dgm:cxn modelId="{FFCA22BE-3018-4122-8C40-2736DE025F91}" srcId="{843B07D0-C14E-4CDD-A498-B226E6E48918}" destId="{9C8F44A8-8FBE-443F-9DDB-557DAABBC23C}" srcOrd="4" destOrd="0" parTransId="{1D63DA1C-4B31-42DD-86AF-FB8DE742B580}" sibTransId="{1EA92BCE-31BC-4D76-A09A-D75D8D712FD6}"/>
    <dgm:cxn modelId="{F69C1EC1-93CB-436D-BB3C-85A0F9AE24E4}" srcId="{843B07D0-C14E-4CDD-A498-B226E6E48918}" destId="{6B58ED41-BECB-4E85-8CEB-4C63884EDE5C}" srcOrd="0" destOrd="0" parTransId="{3367BF3A-007A-4C04-83EC-A17FB275D645}" sibTransId="{9513DC69-50DB-4A73-8B23-1095281757E6}"/>
    <dgm:cxn modelId="{BF5740C2-822E-457A-B40B-7DEEBA97C893}" type="presOf" srcId="{EB8630C3-1FEA-4D65-8935-AB3B1CFBB372}" destId="{1DF91468-2052-4ABC-8E6F-B850BB2F1F52}" srcOrd="0" destOrd="0" presId="urn:microsoft.com/office/officeart/2005/8/layout/process1"/>
    <dgm:cxn modelId="{CD88F4C7-6F35-485F-B7FA-9E2FDC34F5AD}" type="presOf" srcId="{DC022528-22F6-4F33-9641-7411F83B4D65}" destId="{5DCC435B-44EA-4984-9ECC-0D72194E4BBE}" srcOrd="1" destOrd="0" presId="urn:microsoft.com/office/officeart/2005/8/layout/process1"/>
    <dgm:cxn modelId="{BFC97C38-9D11-49EC-9FB7-EE3BC768CDD2}" type="presParOf" srcId="{907819E1-86DB-4AEB-818D-94D73AC2DC38}" destId="{1D4D09B2-B1B9-4919-B850-44F066CBAABF}" srcOrd="0" destOrd="0" presId="urn:microsoft.com/office/officeart/2005/8/layout/process1"/>
    <dgm:cxn modelId="{5154A121-04CA-4682-8BB4-342CC4DF2ECC}" type="presParOf" srcId="{907819E1-86DB-4AEB-818D-94D73AC2DC38}" destId="{0539CDB7-9496-43C4-A3B0-78D8F46573BD}" srcOrd="1" destOrd="0" presId="urn:microsoft.com/office/officeart/2005/8/layout/process1"/>
    <dgm:cxn modelId="{5574FC42-8C55-421B-885B-D095C3E090E4}" type="presParOf" srcId="{0539CDB7-9496-43C4-A3B0-78D8F46573BD}" destId="{3C90FD50-4311-4C31-91CC-BDD61869AC87}" srcOrd="0" destOrd="0" presId="urn:microsoft.com/office/officeart/2005/8/layout/process1"/>
    <dgm:cxn modelId="{FB30E925-60E6-45CE-9E11-3CBD50171C66}" type="presParOf" srcId="{907819E1-86DB-4AEB-818D-94D73AC2DC38}" destId="{FECD7956-B13C-4A97-9439-17B844FFA08D}" srcOrd="2" destOrd="0" presId="urn:microsoft.com/office/officeart/2005/8/layout/process1"/>
    <dgm:cxn modelId="{6F6BE16A-CB97-4C22-968C-6D5BD508BC78}" type="presParOf" srcId="{907819E1-86DB-4AEB-818D-94D73AC2DC38}" destId="{1E72DD51-DC61-4BBA-B3F2-D9E9CA4F9088}" srcOrd="3" destOrd="0" presId="urn:microsoft.com/office/officeart/2005/8/layout/process1"/>
    <dgm:cxn modelId="{C7DFBD28-7336-46ED-862C-3096D95E1711}" type="presParOf" srcId="{1E72DD51-DC61-4BBA-B3F2-D9E9CA4F9088}" destId="{589A7D2D-C584-474C-A0F6-2F163F555801}" srcOrd="0" destOrd="0" presId="urn:microsoft.com/office/officeart/2005/8/layout/process1"/>
    <dgm:cxn modelId="{70CD72C5-352E-4FD7-BF6B-EB88314832F7}" type="presParOf" srcId="{907819E1-86DB-4AEB-818D-94D73AC2DC38}" destId="{1DF91468-2052-4ABC-8E6F-B850BB2F1F52}" srcOrd="4" destOrd="0" presId="urn:microsoft.com/office/officeart/2005/8/layout/process1"/>
    <dgm:cxn modelId="{2B35A114-E266-4DEA-A4F3-DE9BC338CD53}" type="presParOf" srcId="{907819E1-86DB-4AEB-818D-94D73AC2DC38}" destId="{2BC5D2FD-EB31-4A1C-AE29-D5F4BD1C3D35}" srcOrd="5" destOrd="0" presId="urn:microsoft.com/office/officeart/2005/8/layout/process1"/>
    <dgm:cxn modelId="{2A2A1337-CCE0-4CF3-BFC5-182E990FB1D9}" type="presParOf" srcId="{2BC5D2FD-EB31-4A1C-AE29-D5F4BD1C3D35}" destId="{5DCC435B-44EA-4984-9ECC-0D72194E4BBE}" srcOrd="0" destOrd="0" presId="urn:microsoft.com/office/officeart/2005/8/layout/process1"/>
    <dgm:cxn modelId="{C1602DE3-C802-4C04-B4B5-96569A740B01}" type="presParOf" srcId="{907819E1-86DB-4AEB-818D-94D73AC2DC38}" destId="{F0C66451-18D1-4E99-A0F9-234B8C6081A7}" srcOrd="6" destOrd="0" presId="urn:microsoft.com/office/officeart/2005/8/layout/process1"/>
    <dgm:cxn modelId="{3F8F93BB-071C-48D7-8DB7-995F82A0A70E}" type="presParOf" srcId="{907819E1-86DB-4AEB-818D-94D73AC2DC38}" destId="{FA61EA80-1F5C-4386-A45D-38141DFDF7A5}" srcOrd="7" destOrd="0" presId="urn:microsoft.com/office/officeart/2005/8/layout/process1"/>
    <dgm:cxn modelId="{BCB3F6C0-2AB8-4CE4-8624-01EFE06D2EAD}" type="presParOf" srcId="{FA61EA80-1F5C-4386-A45D-38141DFDF7A5}" destId="{C19A408D-8E2F-40BF-B581-67A03EB3A36F}" srcOrd="0" destOrd="0" presId="urn:microsoft.com/office/officeart/2005/8/layout/process1"/>
    <dgm:cxn modelId="{F05B53A9-BD2E-4645-9DB2-6108FAA1AF7F}" type="presParOf" srcId="{907819E1-86DB-4AEB-818D-94D73AC2DC38}" destId="{8FEFB3B8-6A93-48CE-BE0A-88D763B13B9A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E2B56A-B188-40F5-88E0-C816D749C55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6FA6FB1-78D2-4ED3-B5FB-FACD54B63920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1800" b="1" dirty="0"/>
            <a:t>LHC 13TeV</a:t>
          </a:r>
          <a:endParaRPr lang="zh-CN" altLang="en-US" sz="1800" dirty="0"/>
        </a:p>
      </dgm:t>
    </dgm:pt>
    <dgm:pt modelId="{E376AF1C-A781-436F-AD74-A1FE8831D45F}" type="parTrans" cxnId="{4BDCC2EC-C12E-496C-9065-F66BED9A30D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57499B9-666A-4C3C-A38C-F5524A4EE25A}" type="sibTrans" cxnId="{4BDCC2EC-C12E-496C-9065-F66BED9A30D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9AF07B2-4793-42D6-A59A-1F65020CF773}">
          <dgm:prSet phldrT="[文本]" custT="1"/>
          <dgm:spPr>
            <a:noFill/>
            <a:ln w="25400">
              <a:solidFill>
                <a:srgbClr val="FFC00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𝑾</m:t>
                  </m:r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𝑾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∗</m:t>
                      </m:r>
                    </m:sup>
                  </m:s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𝓵</m:t>
                  </m:r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𝝂</m:t>
                  </m:r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𝓵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′</m:t>
                      </m:r>
                    </m:sup>
                  </m:sSup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𝝂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′</m:t>
                      </m:r>
                    </m:sup>
                  </m:sSup>
                </m:oMath>
              </a14:m>
              <a:endParaRPr lang="en-US" altLang="zh-CN" sz="1050" kern="1200" dirty="0"/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2007.01984 CMS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89AF07B2-4793-42D6-A59A-1F65020CF773}">
          <dgm:prSet phldrT="[文本]" custT="1"/>
          <dgm:spPr>
            <a:noFill/>
            <a:ln w="25400">
              <a:solidFill>
                <a:srgbClr val="FFC00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𝑯→𝑾𝑾^∗→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𝓵𝝂𝓵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^′ 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𝝂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^′</a:t>
              </a:r>
              <a:endParaRPr lang="en-US" altLang="zh-CN" sz="1050" kern="1200" dirty="0"/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2007.01984 CMS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3BD0D31D-D30F-4BBE-B55B-47607F11BCF1}" type="parTrans" cxnId="{F34CACD7-BFEC-431A-9533-1DF328F6C760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A5F34CE8-B3AC-4264-B10E-812491D1124A}" type="sibTrans" cxnId="{F34CACD7-BFEC-431A-9533-1DF328F6C760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A8FED096-E31E-4E56-89F0-84436BF59A7B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1800" b="1" dirty="0"/>
            <a:t>LHC 7&amp;8TeV</a:t>
          </a:r>
          <a:br>
            <a:rPr lang="en-US" altLang="zh-CN" sz="2700" dirty="0"/>
          </a:br>
          <a:r>
            <a:rPr lang="en-US" altLang="zh-CN" sz="1000" dirty="0"/>
            <a:t>1606.02266</a:t>
          </a:r>
          <a:endParaRPr lang="zh-CN" altLang="en-US" sz="1000" dirty="0"/>
        </a:p>
      </dgm:t>
    </dgm:pt>
    <dgm:pt modelId="{0CE6E02A-F338-4482-8DC2-8AE9DB718C38}" type="parTrans" cxnId="{7A67C473-08E5-471E-BC69-CD6B3101C63E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EEBF560-D876-44D3-93C0-847A5ACE73E3}" type="sibTrans" cxnId="{7A67C473-08E5-471E-BC69-CD6B3101C63E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BA3E7DD-E559-4449-9CE5-96359E6D0524}">
          <dgm:prSet custT="1"/>
          <dgm:spPr>
            <a:noFill/>
            <a:ln w="25400">
              <a:solidFill>
                <a:srgbClr val="FFC000"/>
              </a:solidFill>
            </a:ln>
          </dgm:spPr>
          <dgm:t>
            <a:bodyPr/>
            <a:lstStyle/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50" b="1" kern="12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ggH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 &amp; </a:t>
              </a:r>
              <a:r>
                <a:rPr lang="en-US" altLang="zh-CN" sz="1050" b="1" kern="12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VBF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 production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𝑾</m:t>
                  </m:r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𝑾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∗</m:t>
                      </m:r>
                    </m:sup>
                  </m:s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𝒆</m:t>
                  </m:r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𝝂𝝁𝝂</m:t>
                  </m:r>
                </m:oMath>
              </a14:m>
              <a:endParaRPr lang="en-US" altLang="zh-CN" sz="1050" b="1" i="1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mbria Math" panose="02040503050406030204" pitchFamily="18" charset="0"/>
                <a:ea typeface="等线" panose="02010600030101010101" pitchFamily="2" charset="-122"/>
                <a:cs typeface="+mn-cs"/>
              </a:endParaRP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1808.09054 ATLAS 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CBA3E7DD-E559-4449-9CE5-96359E6D0524}">
          <dgm:prSet custT="1"/>
          <dgm:spPr>
            <a:noFill/>
            <a:ln w="25400">
              <a:solidFill>
                <a:srgbClr val="FFC000"/>
              </a:solidFill>
            </a:ln>
          </dgm:spPr>
          <dgm:t>
            <a:bodyPr/>
            <a:lstStyle/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50" b="1" kern="12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ggH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 &amp; </a:t>
              </a:r>
              <a:r>
                <a:rPr lang="en-US" altLang="zh-CN" sz="1050" b="1" kern="12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VBF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 production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𝑯→𝑾𝑾^∗→𝒆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𝝂𝝁𝝂</a:t>
              </a:r>
              <a:endParaRPr lang="en-US" altLang="zh-CN" sz="1050" b="1" i="1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mbria Math" panose="02040503050406030204" pitchFamily="18" charset="0"/>
                <a:ea typeface="等线" panose="02010600030101010101" pitchFamily="2" charset="-122"/>
                <a:cs typeface="+mn-cs"/>
              </a:endParaRP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1808.09054 ATLAS 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4EC02F05-CBD0-4CDD-9887-CFEF1AE7500A}" type="parTrans" cxnId="{7A5BEF73-1F18-41D1-BE3C-0D7D5C15C587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978125C-249A-4344-B3CB-64D7147EB86C}" type="sibTrans" cxnId="{7A5BEF73-1F18-41D1-BE3C-0D7D5C15C58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924B012-B513-488C-8FDE-72A2FE523375}">
      <dgm:prSet custT="1"/>
      <dgm:spPr>
        <a:noFill/>
        <a:ln w="25400">
          <a:solidFill>
            <a:srgbClr val="FFC000"/>
          </a:solidFill>
        </a:ln>
      </dgm:spPr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1903.10052 ATLAS 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96791130-7D93-4D31-863B-25C98587217C}" type="parTrans" cxnId="{CF5532E6-8B3F-4DA2-B0A3-0840B3434094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22ADEBA2-72F6-4993-942A-F464A8351E5C}" type="sibTrans" cxnId="{CF5532E6-8B3F-4DA2-B0A3-0840B343409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257FFEF-DF47-42BE-BEF6-ADC7DFCD590F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en-US" altLang="zh-CN" sz="1050" b="1" i="1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𝒇</m:t>
                  </m:r>
                  <m:acc>
                    <m:accPr>
                      <m:chr m:val="̅"/>
                      <m:ctrlPr>
                        <a:rPr lang="en-US" altLang="zh-CN" sz="105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accPr>
                    <m:e>
                      <m:r>
                        <a:rPr lang="en-US" altLang="zh-CN" sz="105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𝒇</m:t>
                      </m:r>
                    </m:e>
                  </m:acc>
                </m:oMath>
              </a14:m>
              <a:endParaRPr lang="zh-CN" altLang="en-US" sz="1050" dirty="0"/>
            </a:p>
          </dgm:t>
        </dgm:pt>
      </mc:Choice>
      <mc:Fallback xmlns="">
        <dgm:pt modelId="{A257FFEF-DF47-42BE-BEF6-ADC7DFCD590F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𝑯→𝒇𝒇 ̅</a:t>
              </a:r>
              <a:endParaRPr lang="zh-CN" altLang="en-US" sz="1050" dirty="0"/>
            </a:p>
          </dgm:t>
        </dgm:pt>
      </mc:Fallback>
    </mc:AlternateContent>
    <dgm:pt modelId="{E78F2064-553F-46DE-A02D-3ED13B9F3AAA}" type="parTrans" cxnId="{12A98FDD-251C-43AB-979D-E63F42C5BA54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C5921E3C-6391-4032-955C-C8F8B5F8ED73}" type="sibTrans" cxnId="{12A98FDD-251C-43AB-979D-E63F42C5BA5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C01C817-5580-4513-AA9F-DD63DDD3E14A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𝝁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−</m:t>
                      </m:r>
                    </m:sup>
                  </m:sSup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𝝁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+</m:t>
                      </m:r>
                    </m:sup>
                  </m:sSup>
                </m:oMath>
              </a14:m>
              <a:endParaRPr lang="en-US" altLang="zh-CN" sz="1050" kern="1200" dirty="0"/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2009.04363 CMS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2007.07830 ATLAS 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8C01C817-5580-4513-AA9F-DD63DDD3E14A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𝝁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^− 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𝝁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^+</a:t>
              </a:r>
              <a:endParaRPr lang="en-US" altLang="zh-CN" sz="1050" kern="1200" dirty="0"/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2009.04363 CMS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2007.07830 ATLAS 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DBA848DB-9F61-4364-9B5D-F1384C12BEF7}" type="parTrans" cxnId="{0C5F820D-1B39-4CCF-BAFF-8FB916DA7F52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50516D5-BF66-4C93-81B3-07874656707A}" type="sibTrans" cxnId="{0C5F820D-1B39-4CCF-BAFF-8FB916DA7F52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7DD0992-87A1-4D70-B08B-A3D9525A11E6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4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𝝉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−</m:t>
                      </m:r>
                    </m:sup>
                  </m:sSup>
                  <m:sSup>
                    <m:sSupPr>
                      <m:ctrlP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</m:ctrlPr>
                    </m:sSupPr>
                    <m:e>
                      <m:r>
                        <a:rPr lang="zh-CN" altLang="en-US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𝝉</m:t>
                      </m:r>
                    </m:e>
                    <m:sup>
                      <m:r>
                        <a:rPr lang="en-US" altLang="zh-CN" sz="1050" b="1" i="1" kern="1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+mn-cs"/>
                        </a:rPr>
                        <m:t>+</m:t>
                      </m:r>
                    </m:sup>
                  </m:sSup>
                </m:oMath>
              </a14:m>
              <a:endParaRPr lang="en-US" altLang="zh-CN" sz="1050" kern="1200" dirty="0"/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2110.04836 CMS 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(</a:t>
              </a:r>
              <a:r>
                <a:rPr lang="en-US" altLang="zh-CN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CP structure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)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2204.12957 CMS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1811.08856 ATLAS  </a:t>
              </a:r>
            </a:p>
          </dgm:t>
        </dgm:pt>
      </mc:Choice>
      <mc:Fallback xmlns="">
        <dgm:pt modelId="{B7DD0992-87A1-4D70-B08B-A3D9525A11E6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14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𝝉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^− 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𝝉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^+</a:t>
              </a:r>
              <a:endParaRPr lang="en-US" altLang="zh-CN" sz="1050" kern="1200" dirty="0"/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2110.04836 CMS 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(</a:t>
              </a:r>
              <a:r>
                <a:rPr lang="en-US" altLang="zh-CN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CP structure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)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2204.12957 CMS</a:t>
              </a:r>
            </a:p>
            <a:p>
              <a:pPr marL="0" lvl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1811.08856 ATLAS  </a:t>
              </a:r>
            </a:p>
          </dgm:t>
        </dgm:pt>
      </mc:Fallback>
    </mc:AlternateContent>
    <dgm:pt modelId="{0D3BA654-5C04-4557-843A-2AF1B4AC5F3C}" type="parTrans" cxnId="{1A5AA8A2-E1C7-41F0-A8E6-BEA9C85E608D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DD2B5129-BFBE-48E2-AC9C-008BE62AF530}" type="sibTrans" cxnId="{1A5AA8A2-E1C7-41F0-A8E6-BEA9C85E608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2E14A49-3FD9-4FF8-9920-BFAF8451A1F6}">
          <dgm:prSet custT="1"/>
          <dgm:spPr>
            <a:noFill/>
            <a:ln w="25400">
              <a:solidFill>
                <a:srgbClr val="0070C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𝑯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→</m:t>
                  </m:r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𝜸𝜸</m:t>
                  </m:r>
                </m:oMath>
              </a14:m>
              <a:br>
                <a:rPr lang="en-US" altLang="zh-CN" sz="1700" b="0" i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2103.06956 CMS</a:t>
              </a:r>
              <a:b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2207.00348 ATLAS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92E14A49-3FD9-4FF8-9920-BFAF8451A1F6}">
          <dgm:prSet custT="1"/>
          <dgm:spPr>
            <a:noFill/>
            <a:ln w="25400">
              <a:solidFill>
                <a:srgbClr val="0070C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</a:t>
              </a:r>
              <a:r>
                <a:rPr lang="zh-CN" altLang="en-US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𝜸𝜸</a:t>
              </a:r>
              <a:br>
                <a:rPr lang="en-US" altLang="zh-CN" sz="1700" b="0" i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2103.06956 CMS</a:t>
              </a:r>
              <a:b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2207.00348 ATLAS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96BB615A-D118-457E-8647-376EB5D78BFB}" type="parTrans" cxnId="{8E3C18C3-E5FB-4B08-9460-F7092E12CA1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E9BD5E65-F9FF-4B27-B5F4-E4297D6D2078}" type="sibTrans" cxnId="{8E3C18C3-E5FB-4B08-9460-F7092E12CA1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B87DE9F4-7E36-452F-AFB5-25EC8DE60FB0}">
      <dgm:prSet custT="1"/>
      <dgm:spPr>
        <a:noFill/>
        <a:ln w="25400">
          <a:solidFill>
            <a:srgbClr val="7030A0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altLang="zh-CN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multilepton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final states</a:t>
          </a:r>
          <a:endParaRPr lang="zh-CN" altLang="en-US" sz="105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A621323E-AD95-473B-AC7F-88CD7C86EA2C}" type="parTrans" cxnId="{5EA2B173-0655-4DAB-87DA-E98B068B1842}">
      <dgm:prSet/>
      <dgm:spPr>
        <a:ln>
          <a:solidFill>
            <a:srgbClr val="7030A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77F810A-DD24-4DAF-B788-9B3EA3E9D757}" type="sibTrans" cxnId="{5EA2B173-0655-4DAB-87DA-E98B068B1842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6D3ABF8-2C0B-4C1D-8F4D-909925027EA3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𝑯</m:t>
                    </m:r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→</m:t>
                    </m:r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𝒃</m:t>
                    </m:r>
                    <m:acc>
                      <m:accPr>
                        <m:chr m:val="̅"/>
                        <m:ctrlPr>
                          <a:rPr lang="en-US" altLang="zh-CN" sz="1050" b="1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+mn-cs"/>
                          </a:rPr>
                        </m:ctrlPr>
                      </m:accPr>
                      <m:e>
                        <m:r>
                          <a:rPr lang="en-US" altLang="zh-CN" sz="1050" b="1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+mn-cs"/>
                          </a:rPr>
                          <m:t>𝒃</m:t>
                        </m:r>
                      </m:e>
                    </m:acc>
                  </m:oMath>
                </m:oMathPara>
              </a14:m>
              <a:endParaRPr lang="en-US" altLang="zh-CN" sz="1050" kern="1200" dirty="0">
                <a:solidFill>
                  <a:srgbClr val="FF0000"/>
                </a:solidFill>
              </a:endParaRP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1808.08242 CMS</a:t>
              </a:r>
            </a:p>
          </dgm:t>
        </dgm:pt>
      </mc:Choice>
      <mc:Fallback xmlns="">
        <dgm:pt modelId="{06D3ABF8-2C0B-4C1D-8F4D-909925027EA3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𝑯→𝒃𝒃 ̅</a:t>
              </a:r>
              <a:endParaRPr lang="en-US" altLang="zh-CN" sz="1050" kern="1200" dirty="0">
                <a:solidFill>
                  <a:srgbClr val="FF0000"/>
                </a:solidFill>
              </a:endParaRP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1808.08242 CMS</a:t>
              </a:r>
            </a:p>
          </dgm:t>
        </dgm:pt>
      </mc:Fallback>
    </mc:AlternateContent>
    <dgm:pt modelId="{FC47373F-998E-4541-ADD1-30BD2AC10986}" type="parTrans" cxnId="{9B07E666-795E-42D8-A5D2-672C9E1B705C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5587D148-2721-424D-8C0F-0C57E68FCA34}" type="sibTrans" cxnId="{9B07E666-795E-42D8-A5D2-672C9E1B705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30201F8-4C44-46CC-81E9-396735D1EFB8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𝑯</m:t>
                    </m:r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→</m:t>
                    </m:r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𝒄</m:t>
                    </m:r>
                    <m:acc>
                      <m:accPr>
                        <m:chr m:val="̅"/>
                        <m:ctrlPr>
                          <a:rPr lang="en-US" altLang="zh-CN" sz="1050" b="1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+mn-cs"/>
                          </a:rPr>
                        </m:ctrlPr>
                      </m:accPr>
                      <m:e>
                        <m:r>
                          <a:rPr lang="en-US" altLang="zh-CN" sz="1050" b="1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+mn-cs"/>
                          </a:rPr>
                          <m:t>𝒄</m:t>
                        </m:r>
                      </m:e>
                    </m:acc>
                  </m:oMath>
                </m:oMathPara>
              </a14:m>
              <a:endParaRPr lang="en-US" altLang="zh-CN" sz="1050" b="1" i="1" kern="1200" dirty="0">
                <a:solidFill>
                  <a:srgbClr val="FF0000"/>
                </a:solidFill>
                <a:latin typeface="Cambria Math" panose="02040503050406030204" pitchFamily="18" charset="0"/>
                <a:ea typeface="等线" panose="02010600030101010101" pitchFamily="2" charset="-122"/>
                <a:cs typeface="+mn-cs"/>
              </a:endParaRPr>
            </a:p>
            <a:p>
              <a:pPr marL="0" lvl="0" algn="ctr" defTabSz="5334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1912.01662 CMS</a:t>
              </a:r>
            </a:p>
            <a:p>
              <a:pPr marL="0" lvl="0" algn="ctr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ATLAS-CONF-2021-021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E30201F8-4C44-46CC-81E9-396735D1EFB8}">
          <dgm:prSet custT="1"/>
          <dgm:spPr>
            <a:noFill/>
            <a:ln w="25400">
              <a:solidFill>
                <a:srgbClr val="00B050"/>
              </a:solidFill>
            </a:ln>
          </dgm:spPr>
          <dgm:t>
            <a:bodyPr/>
            <a:lstStyle/>
            <a:p>
              <a:pPr marL="0" lvl="0" algn="ctr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𝑯→𝒄𝒄 ̅</a:t>
              </a:r>
              <a:endParaRPr lang="en-US" altLang="zh-CN" sz="1050" b="1" i="1" kern="1200" dirty="0">
                <a:solidFill>
                  <a:srgbClr val="FF0000"/>
                </a:solidFill>
                <a:latin typeface="Cambria Math" panose="02040503050406030204" pitchFamily="18" charset="0"/>
                <a:ea typeface="等线" panose="02010600030101010101" pitchFamily="2" charset="-122"/>
                <a:cs typeface="+mn-cs"/>
              </a:endParaRPr>
            </a:p>
            <a:p>
              <a:pPr marL="0" lvl="0" algn="ctr" defTabSz="53340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1912.01662 CMS</a:t>
              </a:r>
            </a:p>
            <a:p>
              <a:pPr marL="0" lvl="0" algn="ctr" defTabSz="5334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ATLAS-CONF-2021-021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CCCF0B04-15CB-4DA9-85C2-E4CF6A786830}" type="parTrans" cxnId="{11F66DA2-D649-4067-A59E-5243CA7DA629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BCF1EAF-9D4B-4770-A95F-3C186160B0AD}" type="sibTrans" cxnId="{11F66DA2-D649-4067-A59E-5243CA7DA629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894F2E6C-E045-4E4E-9F41-51F5FAFDE47B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VBF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production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2011.08280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77247A67-1B17-495E-8AFE-90DAEF2C71F7}" type="parTrans" cxnId="{5B321288-E18F-46B7-8CEC-85ED0F1AF421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5D3C08D0-0AE1-4BDA-BAC2-50B5BD2AE542}" type="sibTrans" cxnId="{5B321288-E18F-46B7-8CEC-85ED0F1AF421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A85CC65-F4D4-45F6-B83C-DA95D8E9F766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ttH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 </a:t>
          </a: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2111.06712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EF0E5DBB-F5D2-4181-B059-5E5444FDE8E1}" type="parTrans" cxnId="{A57AB50F-BEF8-4F92-AED8-8B15323FEDDB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8C1EA37-B0C7-4094-A528-747F3990AAD5}" type="sibTrans" cxnId="{A57AB50F-BEF8-4F92-AED8-8B15323FEDD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D444970-9A7C-4CA4-AE67-999E3E3C8264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2007.02873 ATLAS</a:t>
          </a:r>
        </a:p>
      </dgm:t>
    </dgm:pt>
    <dgm:pt modelId="{B596A36C-F6A9-4554-A09D-CAA2CBA83CD6}" type="parTrans" cxnId="{4E561405-210D-4706-841A-CA9E909624FF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E7F8A906-C697-43D0-988E-3BD5AED5D7D5}" type="sibTrans" cxnId="{4E561405-210D-4706-841A-CA9E909624FF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4C9F059-4DB3-4120-B3F5-D21FC7741C3A}">
          <dgm:prSet custT="1"/>
          <dgm:spPr>
            <a:noFill/>
            <a:ln w="25400">
              <a:solidFill>
                <a:srgbClr val="7030A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ct val="35000"/>
                </a:spcAft>
              </a:pPr>
              <a14:m>
                <m:oMath xmlns:m="http://schemas.openxmlformats.org/officeDocument/2006/math"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𝟒</m:t>
                  </m:r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ℓ</m:t>
                  </m:r>
                </m:oMath>
              </a14:m>
              <a:r>
                <a:rPr lang="en-US" altLang="zh-CN" sz="1050" b="1" i="1" kern="1200" dirty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final states</a:t>
              </a: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2103.04956 CMS</a:t>
              </a:r>
              <a:b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2004.03447 ATLAS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C4C9F059-4DB3-4120-B3F5-D21FC7741C3A}">
          <dgm:prSet custT="1"/>
          <dgm:spPr>
            <a:noFill/>
            <a:ln w="25400">
              <a:solidFill>
                <a:srgbClr val="7030A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ct val="35000"/>
                </a:spcAft>
              </a:pPr>
              <a:r>
                <a:rPr lang="en-US" altLang="zh-CN" sz="1050" b="1" i="0" kern="120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𝟒ℓ</a:t>
              </a:r>
              <a:r>
                <a:rPr lang="en-US" altLang="zh-CN" sz="1050" b="1" i="1" kern="1200" dirty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105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final states</a:t>
              </a: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2103.04956 CMS</a:t>
              </a:r>
              <a:b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</a:b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2004.03447 ATLAS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B5A5BEF6-5C26-49F8-B176-DE14CEE4C66D}" type="parTrans" cxnId="{EE366BD0-B3EA-465A-919B-8CFCA6584ED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C643A3F-4746-4B43-9167-CF03F551247C}" type="sibTrans" cxnId="{EE366BD0-B3EA-465A-919B-8CFCA6584ED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94BB375-E670-4F4C-AF00-E4982FF4F13A}">
          <dgm:prSet custT="1"/>
          <dgm:spPr>
            <a:noFill/>
            <a:ln w="25400">
              <a:solidFill>
                <a:srgbClr val="7030A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05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ttH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 production </a:t>
              </a: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1803.05485 CMS (</a:t>
              </a:r>
              <a14:m>
                <m:oMath xmlns:m="http://schemas.openxmlformats.org/officeDocument/2006/math">
                  <m:r>
                    <a:rPr lang="en-US" altLang="zh-CN" sz="800" b="1" i="1" kern="1200" dirty="0" smtClean="0">
                      <a:solidFill>
                        <a:prstClr val="black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𝐞</m:t>
                  </m:r>
                </m:oMath>
              </a14:m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, </a:t>
              </a:r>
              <a14:m>
                <m:oMath xmlns:m="http://schemas.openxmlformats.org/officeDocument/2006/math">
                  <m:r>
                    <a:rPr lang="zh-CN" altLang="en-US" sz="800" b="1" i="1" kern="1200" smtClean="0">
                      <a:solidFill>
                        <a:prstClr val="black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𝛍</m:t>
                  </m:r>
                </m:oMath>
              </a14:m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, and </a:t>
              </a:r>
              <a:r>
                <a:rPr lang="en-US" altLang="zh-CN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hadronically decaying </a:t>
              </a:r>
              <a14:m>
                <m:oMath xmlns:m="http://schemas.openxmlformats.org/officeDocument/2006/math">
                  <m:r>
                    <a:rPr lang="zh-CN" altLang="en-US" sz="80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𝛕</m:t>
                  </m:r>
                </m:oMath>
              </a14:m>
              <a:r>
                <a:rPr lang="zh-CN" altLang="en-US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final states</a:t>
              </a: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)</a:t>
              </a:r>
            </a:p>
            <a:p>
              <a:pPr>
                <a:lnSpc>
                  <a:spcPct val="100000"/>
                </a:lnSpc>
                <a:spcAft>
                  <a:spcPct val="3500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ATLAS-CONF-2019-045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Choice>
      <mc:Fallback xmlns="">
        <dgm:pt modelId="{794BB375-E670-4F4C-AF00-E4982FF4F13A}">
          <dgm:prSet custT="1"/>
          <dgm:spPr>
            <a:noFill/>
            <a:ln w="25400">
              <a:solidFill>
                <a:srgbClr val="7030A0"/>
              </a:solidFill>
            </a:ln>
          </dgm:spPr>
          <dgm:t>
            <a:bodyPr/>
            <a:lstStyle/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105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ttH</a:t>
              </a:r>
              <a:r>
                <a:rPr lang="en-US" altLang="zh-CN" sz="105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 production </a:t>
              </a:r>
            </a:p>
            <a:p>
              <a:pPr>
                <a:lnSpc>
                  <a:spcPct val="100000"/>
                </a:lnSpc>
                <a:spcAft>
                  <a:spcPts val="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1803.05485 CMS (</a:t>
              </a:r>
              <a:r>
                <a:rPr lang="en-US" altLang="zh-CN" sz="800" b="1" i="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𝐞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, </a:t>
              </a:r>
              <a:r>
                <a:rPr lang="zh-CN" altLang="en-US" sz="800" b="1" i="0" kern="120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𝛍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, and </a:t>
              </a:r>
              <a:r>
                <a:rPr lang="en-US" altLang="zh-CN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hadronically decaying </a:t>
              </a:r>
              <a:r>
                <a:rPr lang="zh-CN" altLang="en-US" sz="800" b="1" i="0" kern="120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𝛕</a:t>
              </a:r>
              <a:r>
                <a:rPr lang="zh-CN" altLang="en-US" sz="800" b="1" kern="1200" dirty="0">
                  <a:solidFill>
                    <a:srgbClr val="FF0000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 </a:t>
              </a:r>
              <a:r>
                <a:rPr lang="en-US" altLang="zh-CN" sz="800" b="1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final states</a:t>
              </a: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)</a:t>
              </a:r>
            </a:p>
            <a:p>
              <a:pPr>
                <a:lnSpc>
                  <a:spcPct val="100000"/>
                </a:lnSpc>
                <a:spcAft>
                  <a:spcPct val="35000"/>
                </a:spcAft>
              </a:pPr>
              <a:r>
                <a:rPr lang="en-US" altLang="zh-CN" sz="800" kern="1200" dirty="0">
                  <a:solidFill>
                    <a:prstClr val="black"/>
                  </a:solidFill>
                  <a:latin typeface="等线" panose="020F0502020204030204"/>
                  <a:ea typeface="等线" panose="02010600030101010101" pitchFamily="2" charset="-122"/>
                  <a:cs typeface="+mn-cs"/>
                </a:rPr>
                <a:t>ATLAS-CONF-2019-045</a:t>
              </a:r>
              <a:endParaRPr lang="zh-CN" altLang="en-US" sz="800" kern="1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dgm:t>
        </dgm:pt>
      </mc:Fallback>
    </mc:AlternateContent>
    <dgm:pt modelId="{33720119-57AB-4F5D-A760-7CD6E94ED11B}" type="parTrans" cxnId="{BD0D51C5-22AE-4463-B2B9-A85BB839536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24430360-B7DA-4177-98BD-27006F317FC4}" type="sibTrans" cxnId="{BD0D51C5-22AE-4463-B2B9-A85BB839536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FF787163-9073-4CF3-9E63-04851F65B239}" type="pres">
      <dgm:prSet presAssocID="{06E2B56A-B188-40F5-88E0-C816D749C55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39FD6D8-AF53-475B-B1AC-5B8A287AB25A}" type="pres">
      <dgm:prSet presAssocID="{16FA6FB1-78D2-4ED3-B5FB-FACD54B63920}" presName="root1" presStyleCnt="0"/>
      <dgm:spPr/>
    </dgm:pt>
    <dgm:pt modelId="{ADBC6FBA-5DCA-431D-B374-2FF46F98C336}" type="pres">
      <dgm:prSet presAssocID="{16FA6FB1-78D2-4ED3-B5FB-FACD54B63920}" presName="LevelOneTextNode" presStyleLbl="node0" presStyleIdx="0" presStyleCnt="2" custScaleX="155750" custScaleY="83782">
        <dgm:presLayoutVars>
          <dgm:chPref val="3"/>
        </dgm:presLayoutVars>
      </dgm:prSet>
      <dgm:spPr/>
    </dgm:pt>
    <dgm:pt modelId="{300F5F06-DDB0-406A-97AB-27929F2C8C59}" type="pres">
      <dgm:prSet presAssocID="{16FA6FB1-78D2-4ED3-B5FB-FACD54B63920}" presName="level2hierChild" presStyleCnt="0"/>
      <dgm:spPr/>
    </dgm:pt>
    <dgm:pt modelId="{AB818B1A-43F4-4B46-A5E8-8920B73DA87D}" type="pres">
      <dgm:prSet presAssocID="{3BD0D31D-D30F-4BBE-B55B-47607F11BCF1}" presName="conn2-1" presStyleLbl="parChTrans1D2" presStyleIdx="0" presStyleCnt="4"/>
      <dgm:spPr/>
    </dgm:pt>
    <dgm:pt modelId="{C93714C7-594D-4395-9863-5AFBE60E90EA}" type="pres">
      <dgm:prSet presAssocID="{3BD0D31D-D30F-4BBE-B55B-47607F11BCF1}" presName="connTx" presStyleLbl="parChTrans1D2" presStyleIdx="0" presStyleCnt="4"/>
      <dgm:spPr/>
    </dgm:pt>
    <dgm:pt modelId="{2F778092-125B-4D41-8DBF-759F17BBC30F}" type="pres">
      <dgm:prSet presAssocID="{89AF07B2-4793-42D6-A59A-1F65020CF773}" presName="root2" presStyleCnt="0"/>
      <dgm:spPr/>
    </dgm:pt>
    <dgm:pt modelId="{C68509EC-B68B-4D7B-BBCF-0096151788B6}" type="pres">
      <dgm:prSet presAssocID="{89AF07B2-4793-42D6-A59A-1F65020CF773}" presName="LevelTwoTextNode" presStyleLbl="node2" presStyleIdx="0" presStyleCnt="4" custScaleX="105479" custScaleY="63357">
        <dgm:presLayoutVars>
          <dgm:chPref val="3"/>
        </dgm:presLayoutVars>
      </dgm:prSet>
      <dgm:spPr>
        <a:prstGeom prst="roundRect">
          <a:avLst/>
        </a:prstGeom>
      </dgm:spPr>
    </dgm:pt>
    <dgm:pt modelId="{3765FF78-543C-41AB-9826-3CE4B6B2159C}" type="pres">
      <dgm:prSet presAssocID="{89AF07B2-4793-42D6-A59A-1F65020CF773}" presName="level3hierChild" presStyleCnt="0"/>
      <dgm:spPr/>
    </dgm:pt>
    <dgm:pt modelId="{DCE977C0-6DC7-4B39-A74F-E84E168A4AB3}" type="pres">
      <dgm:prSet presAssocID="{96791130-7D93-4D31-863B-25C98587217C}" presName="conn2-1" presStyleLbl="parChTrans1D3" presStyleIdx="0" presStyleCnt="8"/>
      <dgm:spPr/>
    </dgm:pt>
    <dgm:pt modelId="{77B4E5DB-7D3A-4A03-9DD2-76C60716DB36}" type="pres">
      <dgm:prSet presAssocID="{96791130-7D93-4D31-863B-25C98587217C}" presName="connTx" presStyleLbl="parChTrans1D3" presStyleIdx="0" presStyleCnt="8"/>
      <dgm:spPr/>
    </dgm:pt>
    <dgm:pt modelId="{008E2AD8-8156-4922-B0AF-AD5E06C846D3}" type="pres">
      <dgm:prSet presAssocID="{0924B012-B513-488C-8FDE-72A2FE523375}" presName="root2" presStyleCnt="0"/>
      <dgm:spPr/>
    </dgm:pt>
    <dgm:pt modelId="{821A0C75-BCF4-46CB-B00E-CEAE66C53157}" type="pres">
      <dgm:prSet presAssocID="{0924B012-B513-488C-8FDE-72A2FE523375}" presName="LevelTwoTextNode" presStyleLbl="node3" presStyleIdx="0" presStyleCnt="8" custScaleX="78696" custScaleY="56621">
        <dgm:presLayoutVars>
          <dgm:chPref val="3"/>
        </dgm:presLayoutVars>
      </dgm:prSet>
      <dgm:spPr/>
    </dgm:pt>
    <dgm:pt modelId="{2DF567A4-D774-49C4-AE13-5D9A578CD23C}" type="pres">
      <dgm:prSet presAssocID="{0924B012-B513-488C-8FDE-72A2FE523375}" presName="level3hierChild" presStyleCnt="0"/>
      <dgm:spPr/>
    </dgm:pt>
    <dgm:pt modelId="{69F340AA-1FA1-48F0-9430-F64C034462FD}" type="pres">
      <dgm:prSet presAssocID="{4EC02F05-CBD0-4CDD-9887-CFEF1AE7500A}" presName="conn2-1" presStyleLbl="parChTrans1D3" presStyleIdx="1" presStyleCnt="8"/>
      <dgm:spPr/>
    </dgm:pt>
    <dgm:pt modelId="{4AB4EA24-3A32-4CD4-BC2F-F92C0AF58CF2}" type="pres">
      <dgm:prSet presAssocID="{4EC02F05-CBD0-4CDD-9887-CFEF1AE7500A}" presName="connTx" presStyleLbl="parChTrans1D3" presStyleIdx="1" presStyleCnt="8"/>
      <dgm:spPr/>
    </dgm:pt>
    <dgm:pt modelId="{10EC4632-18D7-4CF3-9A99-DEE281DCC0A7}" type="pres">
      <dgm:prSet presAssocID="{CBA3E7DD-E559-4449-9CE5-96359E6D0524}" presName="root2" presStyleCnt="0"/>
      <dgm:spPr/>
    </dgm:pt>
    <dgm:pt modelId="{A8822512-047A-4AFC-B805-3128A2F33841}" type="pres">
      <dgm:prSet presAssocID="{CBA3E7DD-E559-4449-9CE5-96359E6D0524}" presName="LevelTwoTextNode" presStyleLbl="node3" presStyleIdx="1" presStyleCnt="8" custScaleX="110839" custScaleY="85551">
        <dgm:presLayoutVars>
          <dgm:chPref val="3"/>
        </dgm:presLayoutVars>
      </dgm:prSet>
      <dgm:spPr/>
    </dgm:pt>
    <dgm:pt modelId="{CF17F760-1B89-4455-8EDB-83CFB0BFB64A}" type="pres">
      <dgm:prSet presAssocID="{CBA3E7DD-E559-4449-9CE5-96359E6D0524}" presName="level3hierChild" presStyleCnt="0"/>
      <dgm:spPr/>
    </dgm:pt>
    <dgm:pt modelId="{BE13E265-1AFD-49C0-9547-C7B77E4421E4}" type="pres">
      <dgm:prSet presAssocID="{E78F2064-553F-46DE-A02D-3ED13B9F3AAA}" presName="conn2-1" presStyleLbl="parChTrans1D2" presStyleIdx="1" presStyleCnt="4"/>
      <dgm:spPr/>
    </dgm:pt>
    <dgm:pt modelId="{888E32EE-04F2-4F7A-8EF1-876F5D847255}" type="pres">
      <dgm:prSet presAssocID="{E78F2064-553F-46DE-A02D-3ED13B9F3AAA}" presName="connTx" presStyleLbl="parChTrans1D2" presStyleIdx="1" presStyleCnt="4"/>
      <dgm:spPr/>
    </dgm:pt>
    <dgm:pt modelId="{6209D8C8-AB45-40B4-871F-008650F4D8CC}" type="pres">
      <dgm:prSet presAssocID="{A257FFEF-DF47-42BE-BEF6-ADC7DFCD590F}" presName="root2" presStyleCnt="0"/>
      <dgm:spPr/>
    </dgm:pt>
    <dgm:pt modelId="{FB397B62-003C-4B2E-8FC2-DB2EDD9583CE}" type="pres">
      <dgm:prSet presAssocID="{A257FFEF-DF47-42BE-BEF6-ADC7DFCD590F}" presName="LevelTwoTextNode" presStyleLbl="node2" presStyleIdx="1" presStyleCnt="4" custScaleY="38381">
        <dgm:presLayoutVars>
          <dgm:chPref val="3"/>
        </dgm:presLayoutVars>
      </dgm:prSet>
      <dgm:spPr>
        <a:prstGeom prst="roundRect">
          <a:avLst/>
        </a:prstGeom>
      </dgm:spPr>
    </dgm:pt>
    <dgm:pt modelId="{21BB1E81-C308-4EA0-8504-8A2430B1FEBA}" type="pres">
      <dgm:prSet presAssocID="{A257FFEF-DF47-42BE-BEF6-ADC7DFCD590F}" presName="level3hierChild" presStyleCnt="0"/>
      <dgm:spPr/>
    </dgm:pt>
    <dgm:pt modelId="{2FBEDD11-918C-4540-BF1B-B5EE510E2FB9}" type="pres">
      <dgm:prSet presAssocID="{DBA848DB-9F61-4364-9B5D-F1384C12BEF7}" presName="conn2-1" presStyleLbl="parChTrans1D3" presStyleIdx="2" presStyleCnt="8"/>
      <dgm:spPr/>
    </dgm:pt>
    <dgm:pt modelId="{C973AAFF-F204-4EA4-9663-2D63E3163094}" type="pres">
      <dgm:prSet presAssocID="{DBA848DB-9F61-4364-9B5D-F1384C12BEF7}" presName="connTx" presStyleLbl="parChTrans1D3" presStyleIdx="2" presStyleCnt="8"/>
      <dgm:spPr/>
    </dgm:pt>
    <dgm:pt modelId="{C6DB8569-AF9F-4140-A8CC-B9616AF90715}" type="pres">
      <dgm:prSet presAssocID="{8C01C817-5580-4513-AA9F-DD63DDD3E14A}" presName="root2" presStyleCnt="0"/>
      <dgm:spPr/>
    </dgm:pt>
    <dgm:pt modelId="{B07D54DC-DE19-42CF-B536-4A5B62B8EC37}" type="pres">
      <dgm:prSet presAssocID="{8C01C817-5580-4513-AA9F-DD63DDD3E14A}" presName="LevelTwoTextNode" presStyleLbl="node3" presStyleIdx="2" presStyleCnt="8" custScaleY="81124">
        <dgm:presLayoutVars>
          <dgm:chPref val="3"/>
        </dgm:presLayoutVars>
      </dgm:prSet>
      <dgm:spPr/>
    </dgm:pt>
    <dgm:pt modelId="{C9D1357D-EC60-4E92-AE97-2C7DE8D4EC46}" type="pres">
      <dgm:prSet presAssocID="{8C01C817-5580-4513-AA9F-DD63DDD3E14A}" presName="level3hierChild" presStyleCnt="0"/>
      <dgm:spPr/>
    </dgm:pt>
    <dgm:pt modelId="{4F39FDB4-403C-4B3F-A9DB-28FD201C6FFE}" type="pres">
      <dgm:prSet presAssocID="{0D3BA654-5C04-4557-843A-2AF1B4AC5F3C}" presName="conn2-1" presStyleLbl="parChTrans1D3" presStyleIdx="3" presStyleCnt="8"/>
      <dgm:spPr/>
    </dgm:pt>
    <dgm:pt modelId="{AF107889-BA2D-4F44-8743-FF08FCE382C3}" type="pres">
      <dgm:prSet presAssocID="{0D3BA654-5C04-4557-843A-2AF1B4AC5F3C}" presName="connTx" presStyleLbl="parChTrans1D3" presStyleIdx="3" presStyleCnt="8"/>
      <dgm:spPr/>
    </dgm:pt>
    <dgm:pt modelId="{968D635B-05B0-4944-AB70-AFD49D931906}" type="pres">
      <dgm:prSet presAssocID="{B7DD0992-87A1-4D70-B08B-A3D9525A11E6}" presName="root2" presStyleCnt="0"/>
      <dgm:spPr/>
    </dgm:pt>
    <dgm:pt modelId="{9324B6F3-F1F2-4310-8163-BFBEF6FA844A}" type="pres">
      <dgm:prSet presAssocID="{B7DD0992-87A1-4D70-B08B-A3D9525A11E6}" presName="LevelTwoTextNode" presStyleLbl="node3" presStyleIdx="3" presStyleCnt="8" custScaleX="115250" custScaleY="107853">
        <dgm:presLayoutVars>
          <dgm:chPref val="3"/>
        </dgm:presLayoutVars>
      </dgm:prSet>
      <dgm:spPr/>
    </dgm:pt>
    <dgm:pt modelId="{6EE385C1-2B81-4A31-ADE0-321F0AEA3F1A}" type="pres">
      <dgm:prSet presAssocID="{B7DD0992-87A1-4D70-B08B-A3D9525A11E6}" presName="level3hierChild" presStyleCnt="0"/>
      <dgm:spPr/>
    </dgm:pt>
    <dgm:pt modelId="{17F57621-70BB-4E58-BD06-D56A0C9E6E04}" type="pres">
      <dgm:prSet presAssocID="{FC47373F-998E-4541-ADD1-30BD2AC10986}" presName="conn2-1" presStyleLbl="parChTrans1D3" presStyleIdx="4" presStyleCnt="8"/>
      <dgm:spPr/>
    </dgm:pt>
    <dgm:pt modelId="{AC147661-6E9C-4555-9D9A-57FCB51B12A7}" type="pres">
      <dgm:prSet presAssocID="{FC47373F-998E-4541-ADD1-30BD2AC10986}" presName="connTx" presStyleLbl="parChTrans1D3" presStyleIdx="4" presStyleCnt="8"/>
      <dgm:spPr/>
    </dgm:pt>
    <dgm:pt modelId="{4067F438-FBF7-4512-899E-D8127412DD3E}" type="pres">
      <dgm:prSet presAssocID="{06D3ABF8-2C0B-4C1D-8F4D-909925027EA3}" presName="root2" presStyleCnt="0"/>
      <dgm:spPr/>
    </dgm:pt>
    <dgm:pt modelId="{23C437E9-5EFD-4411-964A-584179DA5A49}" type="pres">
      <dgm:prSet presAssocID="{06D3ABF8-2C0B-4C1D-8F4D-909925027EA3}" presName="LevelTwoTextNode" presStyleLbl="node3" presStyleIdx="4" presStyleCnt="8" custScaleY="55478">
        <dgm:presLayoutVars>
          <dgm:chPref val="3"/>
        </dgm:presLayoutVars>
      </dgm:prSet>
      <dgm:spPr/>
    </dgm:pt>
    <dgm:pt modelId="{6268607B-767B-4087-A9A1-05B89AAB01F7}" type="pres">
      <dgm:prSet presAssocID="{06D3ABF8-2C0B-4C1D-8F4D-909925027EA3}" presName="level3hierChild" presStyleCnt="0"/>
      <dgm:spPr/>
    </dgm:pt>
    <dgm:pt modelId="{8A78A24F-76B1-4575-8AE0-1D114216B696}" type="pres">
      <dgm:prSet presAssocID="{77247A67-1B17-495E-8AFE-90DAEF2C71F7}" presName="conn2-1" presStyleLbl="parChTrans1D4" presStyleIdx="0" presStyleCnt="3"/>
      <dgm:spPr/>
    </dgm:pt>
    <dgm:pt modelId="{2FCBFF49-5E4F-439F-B880-CCFB44E09431}" type="pres">
      <dgm:prSet presAssocID="{77247A67-1B17-495E-8AFE-90DAEF2C71F7}" presName="connTx" presStyleLbl="parChTrans1D4" presStyleIdx="0" presStyleCnt="3"/>
      <dgm:spPr/>
    </dgm:pt>
    <dgm:pt modelId="{BD04E561-3E4E-4ABB-B372-B8EBAC6804CE}" type="pres">
      <dgm:prSet presAssocID="{894F2E6C-E045-4E4E-9F41-51F5FAFDE47B}" presName="root2" presStyleCnt="0"/>
      <dgm:spPr/>
    </dgm:pt>
    <dgm:pt modelId="{6E8874F3-1BE9-455B-AB65-A3F17BB6E6F3}" type="pres">
      <dgm:prSet presAssocID="{894F2E6C-E045-4E4E-9F41-51F5FAFDE47B}" presName="LevelTwoTextNode" presStyleLbl="node4" presStyleIdx="0" presStyleCnt="3" custScaleY="54612">
        <dgm:presLayoutVars>
          <dgm:chPref val="3"/>
        </dgm:presLayoutVars>
      </dgm:prSet>
      <dgm:spPr/>
    </dgm:pt>
    <dgm:pt modelId="{2CC67D81-149C-4099-91EE-B8A20E3A91AA}" type="pres">
      <dgm:prSet presAssocID="{894F2E6C-E045-4E4E-9F41-51F5FAFDE47B}" presName="level3hierChild" presStyleCnt="0"/>
      <dgm:spPr/>
    </dgm:pt>
    <dgm:pt modelId="{5EF92202-840B-419F-8040-C47D91F4B4ED}" type="pres">
      <dgm:prSet presAssocID="{EF0E5DBB-F5D2-4181-B059-5E5444FDE8E1}" presName="conn2-1" presStyleLbl="parChTrans1D4" presStyleIdx="1" presStyleCnt="3"/>
      <dgm:spPr/>
    </dgm:pt>
    <dgm:pt modelId="{AFDA104D-46F1-4BC0-97F5-42784429E83C}" type="pres">
      <dgm:prSet presAssocID="{EF0E5DBB-F5D2-4181-B059-5E5444FDE8E1}" presName="connTx" presStyleLbl="parChTrans1D4" presStyleIdx="1" presStyleCnt="3"/>
      <dgm:spPr/>
    </dgm:pt>
    <dgm:pt modelId="{E589BE32-B5E6-4E7D-B79C-BCCB5E21618F}" type="pres">
      <dgm:prSet presAssocID="{9A85CC65-F4D4-45F6-B83C-DA95D8E9F766}" presName="root2" presStyleCnt="0"/>
      <dgm:spPr/>
    </dgm:pt>
    <dgm:pt modelId="{EF38CBE6-BB74-4090-8CFE-0AA028293D1B}" type="pres">
      <dgm:prSet presAssocID="{9A85CC65-F4D4-45F6-B83C-DA95D8E9F766}" presName="LevelTwoTextNode" presStyleLbl="node4" presStyleIdx="1" presStyleCnt="3" custScaleY="52528">
        <dgm:presLayoutVars>
          <dgm:chPref val="3"/>
        </dgm:presLayoutVars>
      </dgm:prSet>
      <dgm:spPr/>
    </dgm:pt>
    <dgm:pt modelId="{13253639-52CF-4048-AF13-4E983F04307B}" type="pres">
      <dgm:prSet presAssocID="{9A85CC65-F4D4-45F6-B83C-DA95D8E9F766}" presName="level3hierChild" presStyleCnt="0"/>
      <dgm:spPr/>
    </dgm:pt>
    <dgm:pt modelId="{702D4A5D-6693-4438-8843-E13675281402}" type="pres">
      <dgm:prSet presAssocID="{B596A36C-F6A9-4554-A09D-CAA2CBA83CD6}" presName="conn2-1" presStyleLbl="parChTrans1D4" presStyleIdx="2" presStyleCnt="3"/>
      <dgm:spPr/>
    </dgm:pt>
    <dgm:pt modelId="{024445BB-A545-4271-8157-0944166F6B28}" type="pres">
      <dgm:prSet presAssocID="{B596A36C-F6A9-4554-A09D-CAA2CBA83CD6}" presName="connTx" presStyleLbl="parChTrans1D4" presStyleIdx="2" presStyleCnt="3"/>
      <dgm:spPr/>
    </dgm:pt>
    <dgm:pt modelId="{2509F764-4C0C-462D-975E-41A694861564}" type="pres">
      <dgm:prSet presAssocID="{9D444970-9A7C-4CA4-AE67-999E3E3C8264}" presName="root2" presStyleCnt="0"/>
      <dgm:spPr/>
    </dgm:pt>
    <dgm:pt modelId="{00154981-F938-4427-9B62-B550C4126480}" type="pres">
      <dgm:prSet presAssocID="{9D444970-9A7C-4CA4-AE67-999E3E3C8264}" presName="LevelTwoTextNode" presStyleLbl="node4" presStyleIdx="2" presStyleCnt="3" custScaleY="46401">
        <dgm:presLayoutVars>
          <dgm:chPref val="3"/>
        </dgm:presLayoutVars>
      </dgm:prSet>
      <dgm:spPr/>
    </dgm:pt>
    <dgm:pt modelId="{5E1C6BAF-E163-4C82-925C-56A723A6AB8F}" type="pres">
      <dgm:prSet presAssocID="{9D444970-9A7C-4CA4-AE67-999E3E3C8264}" presName="level3hierChild" presStyleCnt="0"/>
      <dgm:spPr/>
    </dgm:pt>
    <dgm:pt modelId="{7D8C17DB-9911-4481-8763-6BDCF9862F77}" type="pres">
      <dgm:prSet presAssocID="{CCCF0B04-15CB-4DA9-85C2-E4CF6A786830}" presName="conn2-1" presStyleLbl="parChTrans1D3" presStyleIdx="5" presStyleCnt="8"/>
      <dgm:spPr/>
    </dgm:pt>
    <dgm:pt modelId="{CB259330-6019-4983-923B-E416BB193538}" type="pres">
      <dgm:prSet presAssocID="{CCCF0B04-15CB-4DA9-85C2-E4CF6A786830}" presName="connTx" presStyleLbl="parChTrans1D3" presStyleIdx="5" presStyleCnt="8"/>
      <dgm:spPr/>
    </dgm:pt>
    <dgm:pt modelId="{E288C038-7F31-4242-A91F-517B5EC9FDBD}" type="pres">
      <dgm:prSet presAssocID="{E30201F8-4C44-46CC-81E9-396735D1EFB8}" presName="root2" presStyleCnt="0"/>
      <dgm:spPr/>
    </dgm:pt>
    <dgm:pt modelId="{F8592C6E-BDFD-476C-8F09-AC554CE33AC3}" type="pres">
      <dgm:prSet presAssocID="{E30201F8-4C44-46CC-81E9-396735D1EFB8}" presName="LevelTwoTextNode" presStyleLbl="node3" presStyleIdx="5" presStyleCnt="8" custScaleY="72302">
        <dgm:presLayoutVars>
          <dgm:chPref val="3"/>
        </dgm:presLayoutVars>
      </dgm:prSet>
      <dgm:spPr/>
    </dgm:pt>
    <dgm:pt modelId="{3433EB4D-07F2-4FB6-B302-2BDA683C57F6}" type="pres">
      <dgm:prSet presAssocID="{E30201F8-4C44-46CC-81E9-396735D1EFB8}" presName="level3hierChild" presStyleCnt="0"/>
      <dgm:spPr/>
    </dgm:pt>
    <dgm:pt modelId="{39560EBA-B43D-4E28-A602-682948A7DAAE}" type="pres">
      <dgm:prSet presAssocID="{96BB615A-D118-457E-8647-376EB5D78BFB}" presName="conn2-1" presStyleLbl="parChTrans1D2" presStyleIdx="2" presStyleCnt="4"/>
      <dgm:spPr/>
    </dgm:pt>
    <dgm:pt modelId="{2413AB96-AAD1-4177-A1F0-20BCC0732DC9}" type="pres">
      <dgm:prSet presAssocID="{96BB615A-D118-457E-8647-376EB5D78BFB}" presName="connTx" presStyleLbl="parChTrans1D2" presStyleIdx="2" presStyleCnt="4"/>
      <dgm:spPr/>
    </dgm:pt>
    <dgm:pt modelId="{C286458A-0CB1-4E29-A81E-2C3FF83404BE}" type="pres">
      <dgm:prSet presAssocID="{92E14A49-3FD9-4FF8-9920-BFAF8451A1F6}" presName="root2" presStyleCnt="0"/>
      <dgm:spPr/>
    </dgm:pt>
    <dgm:pt modelId="{04B3D9A7-CBBB-4ECC-86C7-D9C68FD4089C}" type="pres">
      <dgm:prSet presAssocID="{92E14A49-3FD9-4FF8-9920-BFAF8451A1F6}" presName="LevelTwoTextNode" presStyleLbl="node2" presStyleIdx="2" presStyleCnt="4" custScaleY="76759">
        <dgm:presLayoutVars>
          <dgm:chPref val="3"/>
        </dgm:presLayoutVars>
      </dgm:prSet>
      <dgm:spPr>
        <a:prstGeom prst="roundRect">
          <a:avLst/>
        </a:prstGeom>
      </dgm:spPr>
    </dgm:pt>
    <dgm:pt modelId="{00833070-203B-44B5-BEA6-E7AE4A1C0CDF}" type="pres">
      <dgm:prSet presAssocID="{92E14A49-3FD9-4FF8-9920-BFAF8451A1F6}" presName="level3hierChild" presStyleCnt="0"/>
      <dgm:spPr/>
    </dgm:pt>
    <dgm:pt modelId="{40F3A87E-7DAB-4511-90E2-9912598047F0}" type="pres">
      <dgm:prSet presAssocID="{A621323E-AD95-473B-AC7F-88CD7C86EA2C}" presName="conn2-1" presStyleLbl="parChTrans1D2" presStyleIdx="3" presStyleCnt="4"/>
      <dgm:spPr/>
    </dgm:pt>
    <dgm:pt modelId="{D9F06B02-39F8-42FA-A14B-B35CDAD9985D}" type="pres">
      <dgm:prSet presAssocID="{A621323E-AD95-473B-AC7F-88CD7C86EA2C}" presName="connTx" presStyleLbl="parChTrans1D2" presStyleIdx="3" presStyleCnt="4"/>
      <dgm:spPr/>
    </dgm:pt>
    <dgm:pt modelId="{CF79112C-CC52-4FEB-888C-677FDD3E140E}" type="pres">
      <dgm:prSet presAssocID="{B87DE9F4-7E36-452F-AFB5-25EC8DE60FB0}" presName="root2" presStyleCnt="0"/>
      <dgm:spPr/>
    </dgm:pt>
    <dgm:pt modelId="{CFA81132-D090-4AFC-B8C2-EBA8CF8997AA}" type="pres">
      <dgm:prSet presAssocID="{B87DE9F4-7E36-452F-AFB5-25EC8DE60FB0}" presName="LevelTwoTextNode" presStyleLbl="node2" presStyleIdx="3" presStyleCnt="4" custScaleX="133462" custScaleY="43029">
        <dgm:presLayoutVars>
          <dgm:chPref val="3"/>
        </dgm:presLayoutVars>
      </dgm:prSet>
      <dgm:spPr/>
    </dgm:pt>
    <dgm:pt modelId="{FD4A17F7-E62A-44C7-83FA-9B4BC9D43BB6}" type="pres">
      <dgm:prSet presAssocID="{B87DE9F4-7E36-452F-AFB5-25EC8DE60FB0}" presName="level3hierChild" presStyleCnt="0"/>
      <dgm:spPr/>
    </dgm:pt>
    <dgm:pt modelId="{A53F7156-31BC-4DDD-890E-092DAF727FDC}" type="pres">
      <dgm:prSet presAssocID="{B5A5BEF6-5C26-49F8-B176-DE14CEE4C66D}" presName="conn2-1" presStyleLbl="parChTrans1D3" presStyleIdx="6" presStyleCnt="8"/>
      <dgm:spPr/>
    </dgm:pt>
    <dgm:pt modelId="{3B5A20CE-81F6-4E90-BBAC-93B7D469DE26}" type="pres">
      <dgm:prSet presAssocID="{B5A5BEF6-5C26-49F8-B176-DE14CEE4C66D}" presName="connTx" presStyleLbl="parChTrans1D3" presStyleIdx="6" presStyleCnt="8"/>
      <dgm:spPr/>
    </dgm:pt>
    <dgm:pt modelId="{E46B55BA-4A4E-45EE-86D1-8D678DCE0C70}" type="pres">
      <dgm:prSet presAssocID="{C4C9F059-4DB3-4120-B3F5-D21FC7741C3A}" presName="root2" presStyleCnt="0"/>
      <dgm:spPr/>
    </dgm:pt>
    <dgm:pt modelId="{9F2E5271-C26A-4BD8-9987-543592DDDD68}" type="pres">
      <dgm:prSet presAssocID="{C4C9F059-4DB3-4120-B3F5-D21FC7741C3A}" presName="LevelTwoTextNode" presStyleLbl="node3" presStyleIdx="6" presStyleCnt="8" custScaleY="82345">
        <dgm:presLayoutVars>
          <dgm:chPref val="3"/>
        </dgm:presLayoutVars>
      </dgm:prSet>
      <dgm:spPr/>
    </dgm:pt>
    <dgm:pt modelId="{C3886E86-CFEC-4DBE-B6D9-F9C1AA260FEF}" type="pres">
      <dgm:prSet presAssocID="{C4C9F059-4DB3-4120-B3F5-D21FC7741C3A}" presName="level3hierChild" presStyleCnt="0"/>
      <dgm:spPr/>
    </dgm:pt>
    <dgm:pt modelId="{7FF89BEB-9BBE-4345-A9D3-A3ECE1FBDB78}" type="pres">
      <dgm:prSet presAssocID="{33720119-57AB-4F5D-A760-7CD6E94ED11B}" presName="conn2-1" presStyleLbl="parChTrans1D3" presStyleIdx="7" presStyleCnt="8"/>
      <dgm:spPr/>
    </dgm:pt>
    <dgm:pt modelId="{056D8338-0B1D-4F4F-A9FB-572368DFC950}" type="pres">
      <dgm:prSet presAssocID="{33720119-57AB-4F5D-A760-7CD6E94ED11B}" presName="connTx" presStyleLbl="parChTrans1D3" presStyleIdx="7" presStyleCnt="8"/>
      <dgm:spPr/>
    </dgm:pt>
    <dgm:pt modelId="{4302F5E3-29E6-4F07-A27A-AD694F7A815D}" type="pres">
      <dgm:prSet presAssocID="{794BB375-E670-4F4C-AF00-E4982FF4F13A}" presName="root2" presStyleCnt="0"/>
      <dgm:spPr/>
    </dgm:pt>
    <dgm:pt modelId="{1CE23837-AB6F-421F-BF6B-4661D4FFC277}" type="pres">
      <dgm:prSet presAssocID="{794BB375-E670-4F4C-AF00-E4982FF4F13A}" presName="LevelTwoTextNode" presStyleLbl="node3" presStyleIdx="7" presStyleCnt="8" custScaleX="225663" custScaleY="73403">
        <dgm:presLayoutVars>
          <dgm:chPref val="3"/>
        </dgm:presLayoutVars>
      </dgm:prSet>
      <dgm:spPr/>
    </dgm:pt>
    <dgm:pt modelId="{DA458486-0709-4186-A84B-DA16CFE50BED}" type="pres">
      <dgm:prSet presAssocID="{794BB375-E670-4F4C-AF00-E4982FF4F13A}" presName="level3hierChild" presStyleCnt="0"/>
      <dgm:spPr/>
    </dgm:pt>
    <dgm:pt modelId="{2939878A-0E6E-4CBD-93C5-D0232C854271}" type="pres">
      <dgm:prSet presAssocID="{A8FED096-E31E-4E56-89F0-84436BF59A7B}" presName="root1" presStyleCnt="0"/>
      <dgm:spPr/>
    </dgm:pt>
    <dgm:pt modelId="{3CC7FD9C-A9F1-4EDA-8DC2-B598B3DFE13B}" type="pres">
      <dgm:prSet presAssocID="{A8FED096-E31E-4E56-89F0-84436BF59A7B}" presName="LevelOneTextNode" presStyleLbl="node0" presStyleIdx="1" presStyleCnt="2" custScaleX="157425" custScaleY="83879">
        <dgm:presLayoutVars>
          <dgm:chPref val="3"/>
        </dgm:presLayoutVars>
      </dgm:prSet>
      <dgm:spPr/>
    </dgm:pt>
    <dgm:pt modelId="{C6C996BA-44F4-466B-9025-EE084808C656}" type="pres">
      <dgm:prSet presAssocID="{A8FED096-E31E-4E56-89F0-84436BF59A7B}" presName="level2hierChild" presStyleCnt="0"/>
      <dgm:spPr/>
    </dgm:pt>
  </dgm:ptLst>
  <dgm:cxnLst>
    <dgm:cxn modelId="{4E561405-210D-4706-841A-CA9E909624FF}" srcId="{06D3ABF8-2C0B-4C1D-8F4D-909925027EA3}" destId="{9D444970-9A7C-4CA4-AE67-999E3E3C8264}" srcOrd="2" destOrd="0" parTransId="{B596A36C-F6A9-4554-A09D-CAA2CBA83CD6}" sibTransId="{E7F8A906-C697-43D0-988E-3BD5AED5D7D5}"/>
    <dgm:cxn modelId="{0C5F820D-1B39-4CCF-BAFF-8FB916DA7F52}" srcId="{A257FFEF-DF47-42BE-BEF6-ADC7DFCD590F}" destId="{8C01C817-5580-4513-AA9F-DD63DDD3E14A}" srcOrd="0" destOrd="0" parTransId="{DBA848DB-9F61-4364-9B5D-F1384C12BEF7}" sibTransId="{050516D5-BF66-4C93-81B3-07874656707A}"/>
    <dgm:cxn modelId="{80F31E0E-7979-4969-BD3B-EB1322168CDE}" type="presOf" srcId="{B87DE9F4-7E36-452F-AFB5-25EC8DE60FB0}" destId="{CFA81132-D090-4AFC-B8C2-EBA8CF8997AA}" srcOrd="0" destOrd="0" presId="urn:microsoft.com/office/officeart/2005/8/layout/hierarchy2"/>
    <dgm:cxn modelId="{A57AB50F-BEF8-4F92-AED8-8B15323FEDDB}" srcId="{06D3ABF8-2C0B-4C1D-8F4D-909925027EA3}" destId="{9A85CC65-F4D4-45F6-B83C-DA95D8E9F766}" srcOrd="1" destOrd="0" parTransId="{EF0E5DBB-F5D2-4181-B059-5E5444FDE8E1}" sibTransId="{78C1EA37-B0C7-4094-A528-747F3990AAD5}"/>
    <dgm:cxn modelId="{5C72561B-C221-4A2D-8283-351C13C74B8B}" type="presOf" srcId="{B5A5BEF6-5C26-49F8-B176-DE14CEE4C66D}" destId="{3B5A20CE-81F6-4E90-BBAC-93B7D469DE26}" srcOrd="1" destOrd="0" presId="urn:microsoft.com/office/officeart/2005/8/layout/hierarchy2"/>
    <dgm:cxn modelId="{033CA421-FE73-479E-AD6A-2A39E912D4E2}" type="presOf" srcId="{E30201F8-4C44-46CC-81E9-396735D1EFB8}" destId="{F8592C6E-BDFD-476C-8F09-AC554CE33AC3}" srcOrd="0" destOrd="0" presId="urn:microsoft.com/office/officeart/2005/8/layout/hierarchy2"/>
    <dgm:cxn modelId="{53183F29-70CF-48F4-BCB0-A890227DE1A5}" type="presOf" srcId="{E78F2064-553F-46DE-A02D-3ED13B9F3AAA}" destId="{BE13E265-1AFD-49C0-9547-C7B77E4421E4}" srcOrd="0" destOrd="0" presId="urn:microsoft.com/office/officeart/2005/8/layout/hierarchy2"/>
    <dgm:cxn modelId="{9A0CB42E-A1C5-4A02-BB4E-812CB1E79400}" type="presOf" srcId="{B596A36C-F6A9-4554-A09D-CAA2CBA83CD6}" destId="{702D4A5D-6693-4438-8843-E13675281402}" srcOrd="0" destOrd="0" presId="urn:microsoft.com/office/officeart/2005/8/layout/hierarchy2"/>
    <dgm:cxn modelId="{A111422F-B95A-4844-913D-EF4CFA9093B0}" type="presOf" srcId="{B596A36C-F6A9-4554-A09D-CAA2CBA83CD6}" destId="{024445BB-A545-4271-8157-0944166F6B28}" srcOrd="1" destOrd="0" presId="urn:microsoft.com/office/officeart/2005/8/layout/hierarchy2"/>
    <dgm:cxn modelId="{C34DFA2F-DB38-462F-A86C-BA3514DF7CE7}" type="presOf" srcId="{A8FED096-E31E-4E56-89F0-84436BF59A7B}" destId="{3CC7FD9C-A9F1-4EDA-8DC2-B598B3DFE13B}" srcOrd="0" destOrd="0" presId="urn:microsoft.com/office/officeart/2005/8/layout/hierarchy2"/>
    <dgm:cxn modelId="{DFB49537-4A9D-4D3E-BF3C-C3B9C8323D9E}" type="presOf" srcId="{33720119-57AB-4F5D-A760-7CD6E94ED11B}" destId="{056D8338-0B1D-4F4F-A9FB-572368DFC950}" srcOrd="1" destOrd="0" presId="urn:microsoft.com/office/officeart/2005/8/layout/hierarchy2"/>
    <dgm:cxn modelId="{89EADC38-2AE3-4805-9ABD-E89B6ADAAA6D}" type="presOf" srcId="{4EC02F05-CBD0-4CDD-9887-CFEF1AE7500A}" destId="{4AB4EA24-3A32-4CD4-BC2F-F92C0AF58CF2}" srcOrd="1" destOrd="0" presId="urn:microsoft.com/office/officeart/2005/8/layout/hierarchy2"/>
    <dgm:cxn modelId="{7AC1E139-A576-4BA6-8B5A-25E3A0185CFB}" type="presOf" srcId="{96BB615A-D118-457E-8647-376EB5D78BFB}" destId="{2413AB96-AAD1-4177-A1F0-20BCC0732DC9}" srcOrd="1" destOrd="0" presId="urn:microsoft.com/office/officeart/2005/8/layout/hierarchy2"/>
    <dgm:cxn modelId="{56665A3A-F62D-440B-B67B-988B369213EC}" type="presOf" srcId="{FC47373F-998E-4541-ADD1-30BD2AC10986}" destId="{17F57621-70BB-4E58-BD06-D56A0C9E6E04}" srcOrd="0" destOrd="0" presId="urn:microsoft.com/office/officeart/2005/8/layout/hierarchy2"/>
    <dgm:cxn modelId="{A4010140-6318-4A81-BA48-917548472548}" type="presOf" srcId="{0D3BA654-5C04-4557-843A-2AF1B4AC5F3C}" destId="{AF107889-BA2D-4F44-8743-FF08FCE382C3}" srcOrd="1" destOrd="0" presId="urn:microsoft.com/office/officeart/2005/8/layout/hierarchy2"/>
    <dgm:cxn modelId="{E9F7D162-C436-4D48-B52D-8B2F67958856}" type="presOf" srcId="{0D3BA654-5C04-4557-843A-2AF1B4AC5F3C}" destId="{4F39FDB4-403C-4B3F-A9DB-28FD201C6FFE}" srcOrd="0" destOrd="0" presId="urn:microsoft.com/office/officeart/2005/8/layout/hierarchy2"/>
    <dgm:cxn modelId="{CE237C44-2F6B-45DC-B1FF-C56CC26DD319}" type="presOf" srcId="{CCCF0B04-15CB-4DA9-85C2-E4CF6A786830}" destId="{7D8C17DB-9911-4481-8763-6BDCF9862F77}" srcOrd="0" destOrd="0" presId="urn:microsoft.com/office/officeart/2005/8/layout/hierarchy2"/>
    <dgm:cxn modelId="{9B07E666-795E-42D8-A5D2-672C9E1B705C}" srcId="{A257FFEF-DF47-42BE-BEF6-ADC7DFCD590F}" destId="{06D3ABF8-2C0B-4C1D-8F4D-909925027EA3}" srcOrd="2" destOrd="0" parTransId="{FC47373F-998E-4541-ADD1-30BD2AC10986}" sibTransId="{5587D148-2721-424D-8C0F-0C57E68FCA34}"/>
    <dgm:cxn modelId="{EE845348-9E1A-4667-A582-6447CA24C0A4}" type="presOf" srcId="{894F2E6C-E045-4E4E-9F41-51F5FAFDE47B}" destId="{6E8874F3-1BE9-455B-AB65-A3F17BB6E6F3}" srcOrd="0" destOrd="0" presId="urn:microsoft.com/office/officeart/2005/8/layout/hierarchy2"/>
    <dgm:cxn modelId="{0D695069-9CDA-4DF4-B657-D16A91604A25}" type="presOf" srcId="{06E2B56A-B188-40F5-88E0-C816D749C553}" destId="{FF787163-9073-4CF3-9E63-04851F65B239}" srcOrd="0" destOrd="0" presId="urn:microsoft.com/office/officeart/2005/8/layout/hierarchy2"/>
    <dgm:cxn modelId="{2194CB4B-0DE8-4236-8FCA-75EDCA72C534}" type="presOf" srcId="{89AF07B2-4793-42D6-A59A-1F65020CF773}" destId="{C68509EC-B68B-4D7B-BBCF-0096151788B6}" srcOrd="0" destOrd="0" presId="urn:microsoft.com/office/officeart/2005/8/layout/hierarchy2"/>
    <dgm:cxn modelId="{8A104A72-4304-48BD-A284-163984EBAD2A}" type="presOf" srcId="{4EC02F05-CBD0-4CDD-9887-CFEF1AE7500A}" destId="{69F340AA-1FA1-48F0-9430-F64C034462FD}" srcOrd="0" destOrd="0" presId="urn:microsoft.com/office/officeart/2005/8/layout/hierarchy2"/>
    <dgm:cxn modelId="{26CE4873-A3C2-410F-A5F3-539DBDE602D6}" type="presOf" srcId="{B5A5BEF6-5C26-49F8-B176-DE14CEE4C66D}" destId="{A53F7156-31BC-4DDD-890E-092DAF727FDC}" srcOrd="0" destOrd="0" presId="urn:microsoft.com/office/officeart/2005/8/layout/hierarchy2"/>
    <dgm:cxn modelId="{5EA2B173-0655-4DAB-87DA-E98B068B1842}" srcId="{16FA6FB1-78D2-4ED3-B5FB-FACD54B63920}" destId="{B87DE9F4-7E36-452F-AFB5-25EC8DE60FB0}" srcOrd="3" destOrd="0" parTransId="{A621323E-AD95-473B-AC7F-88CD7C86EA2C}" sibTransId="{977F810A-DD24-4DAF-B788-9B3EA3E9D757}"/>
    <dgm:cxn modelId="{7A67C473-08E5-471E-BC69-CD6B3101C63E}" srcId="{06E2B56A-B188-40F5-88E0-C816D749C553}" destId="{A8FED096-E31E-4E56-89F0-84436BF59A7B}" srcOrd="1" destOrd="0" parTransId="{0CE6E02A-F338-4482-8DC2-8AE9DB718C38}" sibTransId="{7EEBF560-D876-44D3-93C0-847A5ACE73E3}"/>
    <dgm:cxn modelId="{2968C653-72B6-4067-B856-16376113BD11}" type="presOf" srcId="{C4C9F059-4DB3-4120-B3F5-D21FC7741C3A}" destId="{9F2E5271-C26A-4BD8-9987-543592DDDD68}" srcOrd="0" destOrd="0" presId="urn:microsoft.com/office/officeart/2005/8/layout/hierarchy2"/>
    <dgm:cxn modelId="{7A5BEF73-1F18-41D1-BE3C-0D7D5C15C587}" srcId="{89AF07B2-4793-42D6-A59A-1F65020CF773}" destId="{CBA3E7DD-E559-4449-9CE5-96359E6D0524}" srcOrd="1" destOrd="0" parTransId="{4EC02F05-CBD0-4CDD-9887-CFEF1AE7500A}" sibTransId="{0978125C-249A-4344-B3CB-64D7147EB86C}"/>
    <dgm:cxn modelId="{DA8D9974-616D-42F3-A61E-47FCBB2C5BF8}" type="presOf" srcId="{3BD0D31D-D30F-4BBE-B55B-47607F11BCF1}" destId="{C93714C7-594D-4395-9863-5AFBE60E90EA}" srcOrd="1" destOrd="0" presId="urn:microsoft.com/office/officeart/2005/8/layout/hierarchy2"/>
    <dgm:cxn modelId="{94C22577-20A1-44BE-BA5B-0C8158557A8B}" type="presOf" srcId="{9A85CC65-F4D4-45F6-B83C-DA95D8E9F766}" destId="{EF38CBE6-BB74-4090-8CFE-0AA028293D1B}" srcOrd="0" destOrd="0" presId="urn:microsoft.com/office/officeart/2005/8/layout/hierarchy2"/>
    <dgm:cxn modelId="{84B1CF79-447B-49CA-8C75-922B3075C882}" type="presOf" srcId="{16FA6FB1-78D2-4ED3-B5FB-FACD54B63920}" destId="{ADBC6FBA-5DCA-431D-B374-2FF46F98C336}" srcOrd="0" destOrd="0" presId="urn:microsoft.com/office/officeart/2005/8/layout/hierarchy2"/>
    <dgm:cxn modelId="{17F4087B-B029-4DAB-8BC3-F4D6DCE4E158}" type="presOf" srcId="{96BB615A-D118-457E-8647-376EB5D78BFB}" destId="{39560EBA-B43D-4E28-A602-682948A7DAAE}" srcOrd="0" destOrd="0" presId="urn:microsoft.com/office/officeart/2005/8/layout/hierarchy2"/>
    <dgm:cxn modelId="{5E2E4385-D353-49CF-BFE1-825C5F5E6B2C}" type="presOf" srcId="{CBA3E7DD-E559-4449-9CE5-96359E6D0524}" destId="{A8822512-047A-4AFC-B805-3128A2F33841}" srcOrd="0" destOrd="0" presId="urn:microsoft.com/office/officeart/2005/8/layout/hierarchy2"/>
    <dgm:cxn modelId="{5B321288-E18F-46B7-8CEC-85ED0F1AF421}" srcId="{06D3ABF8-2C0B-4C1D-8F4D-909925027EA3}" destId="{894F2E6C-E045-4E4E-9F41-51F5FAFDE47B}" srcOrd="0" destOrd="0" parTransId="{77247A67-1B17-495E-8AFE-90DAEF2C71F7}" sibTransId="{5D3C08D0-0AE1-4BDA-BAC2-50B5BD2AE542}"/>
    <dgm:cxn modelId="{E3FD8F8D-CBBF-49AA-88D0-9497DF3B1330}" type="presOf" srcId="{96791130-7D93-4D31-863B-25C98587217C}" destId="{77B4E5DB-7D3A-4A03-9DD2-76C60716DB36}" srcOrd="1" destOrd="0" presId="urn:microsoft.com/office/officeart/2005/8/layout/hierarchy2"/>
    <dgm:cxn modelId="{2632AB95-D4CB-443E-99A8-0CE51A7358D2}" type="presOf" srcId="{A257FFEF-DF47-42BE-BEF6-ADC7DFCD590F}" destId="{FB397B62-003C-4B2E-8FC2-DB2EDD9583CE}" srcOrd="0" destOrd="0" presId="urn:microsoft.com/office/officeart/2005/8/layout/hierarchy2"/>
    <dgm:cxn modelId="{F62E449B-1B7E-44AD-BE57-16DA8978B3D0}" type="presOf" srcId="{77247A67-1B17-495E-8AFE-90DAEF2C71F7}" destId="{2FCBFF49-5E4F-439F-B880-CCFB44E09431}" srcOrd="1" destOrd="0" presId="urn:microsoft.com/office/officeart/2005/8/layout/hierarchy2"/>
    <dgm:cxn modelId="{2C7649A1-B2BF-4D18-BCCC-E87720A90643}" type="presOf" srcId="{92E14A49-3FD9-4FF8-9920-BFAF8451A1F6}" destId="{04B3D9A7-CBBB-4ECC-86C7-D9C68FD4089C}" srcOrd="0" destOrd="0" presId="urn:microsoft.com/office/officeart/2005/8/layout/hierarchy2"/>
    <dgm:cxn modelId="{11F66DA2-D649-4067-A59E-5243CA7DA629}" srcId="{A257FFEF-DF47-42BE-BEF6-ADC7DFCD590F}" destId="{E30201F8-4C44-46CC-81E9-396735D1EFB8}" srcOrd="3" destOrd="0" parTransId="{CCCF0B04-15CB-4DA9-85C2-E4CF6A786830}" sibTransId="{9BCF1EAF-9D4B-4770-A95F-3C186160B0AD}"/>
    <dgm:cxn modelId="{1A5AA8A2-E1C7-41F0-A8E6-BEA9C85E608D}" srcId="{A257FFEF-DF47-42BE-BEF6-ADC7DFCD590F}" destId="{B7DD0992-87A1-4D70-B08B-A3D9525A11E6}" srcOrd="1" destOrd="0" parTransId="{0D3BA654-5C04-4557-843A-2AF1B4AC5F3C}" sibTransId="{DD2B5129-BFBE-48E2-AC9C-008BE62AF530}"/>
    <dgm:cxn modelId="{C44208A3-4FC0-4A18-A540-030C9339DCFE}" type="presOf" srcId="{E78F2064-553F-46DE-A02D-3ED13B9F3AAA}" destId="{888E32EE-04F2-4F7A-8EF1-876F5D847255}" srcOrd="1" destOrd="0" presId="urn:microsoft.com/office/officeart/2005/8/layout/hierarchy2"/>
    <dgm:cxn modelId="{42773CA4-3143-4895-AB8E-B6616E20390C}" type="presOf" srcId="{CCCF0B04-15CB-4DA9-85C2-E4CF6A786830}" destId="{CB259330-6019-4983-923B-E416BB193538}" srcOrd="1" destOrd="0" presId="urn:microsoft.com/office/officeart/2005/8/layout/hierarchy2"/>
    <dgm:cxn modelId="{2D42A6A6-F66D-4F88-B299-50CE5799BFDD}" type="presOf" srcId="{FC47373F-998E-4541-ADD1-30BD2AC10986}" destId="{AC147661-6E9C-4555-9D9A-57FCB51B12A7}" srcOrd="1" destOrd="0" presId="urn:microsoft.com/office/officeart/2005/8/layout/hierarchy2"/>
    <dgm:cxn modelId="{C97E2BAD-4522-47BA-85B9-CF879E1DF7FA}" type="presOf" srcId="{DBA848DB-9F61-4364-9B5D-F1384C12BEF7}" destId="{C973AAFF-F204-4EA4-9663-2D63E3163094}" srcOrd="1" destOrd="0" presId="urn:microsoft.com/office/officeart/2005/8/layout/hierarchy2"/>
    <dgm:cxn modelId="{7A24AAB7-6D1C-468F-9899-B876007C3FB2}" type="presOf" srcId="{3BD0D31D-D30F-4BBE-B55B-47607F11BCF1}" destId="{AB818B1A-43F4-4B46-A5E8-8920B73DA87D}" srcOrd="0" destOrd="0" presId="urn:microsoft.com/office/officeart/2005/8/layout/hierarchy2"/>
    <dgm:cxn modelId="{005FEDB9-DFC6-463F-805B-27FAE9B4B68E}" type="presOf" srcId="{B7DD0992-87A1-4D70-B08B-A3D9525A11E6}" destId="{9324B6F3-F1F2-4310-8163-BFBEF6FA844A}" srcOrd="0" destOrd="0" presId="urn:microsoft.com/office/officeart/2005/8/layout/hierarchy2"/>
    <dgm:cxn modelId="{1FF6F1BD-D516-4EAD-8E77-B09D3A2F302F}" type="presOf" srcId="{DBA848DB-9F61-4364-9B5D-F1384C12BEF7}" destId="{2FBEDD11-918C-4540-BF1B-B5EE510E2FB9}" srcOrd="0" destOrd="0" presId="urn:microsoft.com/office/officeart/2005/8/layout/hierarchy2"/>
    <dgm:cxn modelId="{A55D77BE-693C-42EC-A3CC-AB88122E544B}" type="presOf" srcId="{8C01C817-5580-4513-AA9F-DD63DDD3E14A}" destId="{B07D54DC-DE19-42CF-B536-4A5B62B8EC37}" srcOrd="0" destOrd="0" presId="urn:microsoft.com/office/officeart/2005/8/layout/hierarchy2"/>
    <dgm:cxn modelId="{6B1EBCBE-631E-43C3-BAF9-51D848E90899}" type="presOf" srcId="{794BB375-E670-4F4C-AF00-E4982FF4F13A}" destId="{1CE23837-AB6F-421F-BF6B-4661D4FFC277}" srcOrd="0" destOrd="0" presId="urn:microsoft.com/office/officeart/2005/8/layout/hierarchy2"/>
    <dgm:cxn modelId="{85FC01C1-81D3-4C89-A803-BF28E90559F5}" type="presOf" srcId="{A621323E-AD95-473B-AC7F-88CD7C86EA2C}" destId="{40F3A87E-7DAB-4511-90E2-9912598047F0}" srcOrd="0" destOrd="0" presId="urn:microsoft.com/office/officeart/2005/8/layout/hierarchy2"/>
    <dgm:cxn modelId="{8E3C18C3-E5FB-4B08-9460-F7092E12CA1D}" srcId="{16FA6FB1-78D2-4ED3-B5FB-FACD54B63920}" destId="{92E14A49-3FD9-4FF8-9920-BFAF8451A1F6}" srcOrd="2" destOrd="0" parTransId="{96BB615A-D118-457E-8647-376EB5D78BFB}" sibTransId="{E9BD5E65-F9FF-4B27-B5F4-E4297D6D2078}"/>
    <dgm:cxn modelId="{BD0D51C5-22AE-4463-B2B9-A85BB839536C}" srcId="{B87DE9F4-7E36-452F-AFB5-25EC8DE60FB0}" destId="{794BB375-E670-4F4C-AF00-E4982FF4F13A}" srcOrd="1" destOrd="0" parTransId="{33720119-57AB-4F5D-A760-7CD6E94ED11B}" sibTransId="{24430360-B7DA-4177-98BD-27006F317FC4}"/>
    <dgm:cxn modelId="{A4D134C9-781A-4D3A-8072-2A26E1FC12BC}" type="presOf" srcId="{EF0E5DBB-F5D2-4181-B059-5E5444FDE8E1}" destId="{AFDA104D-46F1-4BC0-97F5-42784429E83C}" srcOrd="1" destOrd="0" presId="urn:microsoft.com/office/officeart/2005/8/layout/hierarchy2"/>
    <dgm:cxn modelId="{501463C9-AE99-4AD6-846D-3BFD5147B7B3}" type="presOf" srcId="{0924B012-B513-488C-8FDE-72A2FE523375}" destId="{821A0C75-BCF4-46CB-B00E-CEAE66C53157}" srcOrd="0" destOrd="0" presId="urn:microsoft.com/office/officeart/2005/8/layout/hierarchy2"/>
    <dgm:cxn modelId="{7DDD28CA-AE83-451B-9ECA-7FA802E9F3A1}" type="presOf" srcId="{9D444970-9A7C-4CA4-AE67-999E3E3C8264}" destId="{00154981-F938-4427-9B62-B550C4126480}" srcOrd="0" destOrd="0" presId="urn:microsoft.com/office/officeart/2005/8/layout/hierarchy2"/>
    <dgm:cxn modelId="{EE366BD0-B3EA-465A-919B-8CFCA6584ED5}" srcId="{B87DE9F4-7E36-452F-AFB5-25EC8DE60FB0}" destId="{C4C9F059-4DB3-4120-B3F5-D21FC7741C3A}" srcOrd="0" destOrd="0" parTransId="{B5A5BEF6-5C26-49F8-B176-DE14CEE4C66D}" sibTransId="{0C643A3F-4746-4B43-9167-CF03F551247C}"/>
    <dgm:cxn modelId="{F34CACD7-BFEC-431A-9533-1DF328F6C760}" srcId="{16FA6FB1-78D2-4ED3-B5FB-FACD54B63920}" destId="{89AF07B2-4793-42D6-A59A-1F65020CF773}" srcOrd="0" destOrd="0" parTransId="{3BD0D31D-D30F-4BBE-B55B-47607F11BCF1}" sibTransId="{A5F34CE8-B3AC-4264-B10E-812491D1124A}"/>
    <dgm:cxn modelId="{12A98FDD-251C-43AB-979D-E63F42C5BA54}" srcId="{16FA6FB1-78D2-4ED3-B5FB-FACD54B63920}" destId="{A257FFEF-DF47-42BE-BEF6-ADC7DFCD590F}" srcOrd="1" destOrd="0" parTransId="{E78F2064-553F-46DE-A02D-3ED13B9F3AAA}" sibTransId="{C5921E3C-6391-4032-955C-C8F8B5F8ED73}"/>
    <dgm:cxn modelId="{B52FBDE5-6D7A-4660-9032-7127AF83F61E}" type="presOf" srcId="{77247A67-1B17-495E-8AFE-90DAEF2C71F7}" destId="{8A78A24F-76B1-4575-8AE0-1D114216B696}" srcOrd="0" destOrd="0" presId="urn:microsoft.com/office/officeart/2005/8/layout/hierarchy2"/>
    <dgm:cxn modelId="{CF5532E6-8B3F-4DA2-B0A3-0840B3434094}" srcId="{89AF07B2-4793-42D6-A59A-1F65020CF773}" destId="{0924B012-B513-488C-8FDE-72A2FE523375}" srcOrd="0" destOrd="0" parTransId="{96791130-7D93-4D31-863B-25C98587217C}" sibTransId="{22ADEBA2-72F6-4993-942A-F464A8351E5C}"/>
    <dgm:cxn modelId="{19C2B2E7-5D41-48EC-BE7D-FCE1BDBB8152}" type="presOf" srcId="{A621323E-AD95-473B-AC7F-88CD7C86EA2C}" destId="{D9F06B02-39F8-42FA-A14B-B35CDAD9985D}" srcOrd="1" destOrd="0" presId="urn:microsoft.com/office/officeart/2005/8/layout/hierarchy2"/>
    <dgm:cxn modelId="{4470AAE9-53D4-4879-BE87-51F4E97CDEA6}" type="presOf" srcId="{96791130-7D93-4D31-863B-25C98587217C}" destId="{DCE977C0-6DC7-4B39-A74F-E84E168A4AB3}" srcOrd="0" destOrd="0" presId="urn:microsoft.com/office/officeart/2005/8/layout/hierarchy2"/>
    <dgm:cxn modelId="{4BDCC2EC-C12E-496C-9065-F66BED9A30D8}" srcId="{06E2B56A-B188-40F5-88E0-C816D749C553}" destId="{16FA6FB1-78D2-4ED3-B5FB-FACD54B63920}" srcOrd="0" destOrd="0" parTransId="{E376AF1C-A781-436F-AD74-A1FE8831D45F}" sibTransId="{757499B9-666A-4C3C-A38C-F5524A4EE25A}"/>
    <dgm:cxn modelId="{156DEBF1-0429-494D-B32B-D2B7042C0BD2}" type="presOf" srcId="{06D3ABF8-2C0B-4C1D-8F4D-909925027EA3}" destId="{23C437E9-5EFD-4411-964A-584179DA5A49}" srcOrd="0" destOrd="0" presId="urn:microsoft.com/office/officeart/2005/8/layout/hierarchy2"/>
    <dgm:cxn modelId="{9BBF34F6-51C1-470A-A89F-795DE1EDAD50}" type="presOf" srcId="{EF0E5DBB-F5D2-4181-B059-5E5444FDE8E1}" destId="{5EF92202-840B-419F-8040-C47D91F4B4ED}" srcOrd="0" destOrd="0" presId="urn:microsoft.com/office/officeart/2005/8/layout/hierarchy2"/>
    <dgm:cxn modelId="{A2EC18F8-3919-4616-8EE9-AB33AEE56684}" type="presOf" srcId="{33720119-57AB-4F5D-A760-7CD6E94ED11B}" destId="{7FF89BEB-9BBE-4345-A9D3-A3ECE1FBDB78}" srcOrd="0" destOrd="0" presId="urn:microsoft.com/office/officeart/2005/8/layout/hierarchy2"/>
    <dgm:cxn modelId="{A3CB3B74-2AC1-4E00-864C-5D72E098B981}" type="presParOf" srcId="{FF787163-9073-4CF3-9E63-04851F65B239}" destId="{E39FD6D8-AF53-475B-B1AC-5B8A287AB25A}" srcOrd="0" destOrd="0" presId="urn:microsoft.com/office/officeart/2005/8/layout/hierarchy2"/>
    <dgm:cxn modelId="{DB3D03FA-EDD0-452A-9924-5766BED58161}" type="presParOf" srcId="{E39FD6D8-AF53-475B-B1AC-5B8A287AB25A}" destId="{ADBC6FBA-5DCA-431D-B374-2FF46F98C336}" srcOrd="0" destOrd="0" presId="urn:microsoft.com/office/officeart/2005/8/layout/hierarchy2"/>
    <dgm:cxn modelId="{0BE7A3A9-00B8-4AB7-8D29-DBDDCDE7D36A}" type="presParOf" srcId="{E39FD6D8-AF53-475B-B1AC-5B8A287AB25A}" destId="{300F5F06-DDB0-406A-97AB-27929F2C8C59}" srcOrd="1" destOrd="0" presId="urn:microsoft.com/office/officeart/2005/8/layout/hierarchy2"/>
    <dgm:cxn modelId="{06F0472A-DEDC-474F-B9D6-7346A7C2629C}" type="presParOf" srcId="{300F5F06-DDB0-406A-97AB-27929F2C8C59}" destId="{AB818B1A-43F4-4B46-A5E8-8920B73DA87D}" srcOrd="0" destOrd="0" presId="urn:microsoft.com/office/officeart/2005/8/layout/hierarchy2"/>
    <dgm:cxn modelId="{AC13BF7E-B6B5-409B-B383-A4DC318833F6}" type="presParOf" srcId="{AB818B1A-43F4-4B46-A5E8-8920B73DA87D}" destId="{C93714C7-594D-4395-9863-5AFBE60E90EA}" srcOrd="0" destOrd="0" presId="urn:microsoft.com/office/officeart/2005/8/layout/hierarchy2"/>
    <dgm:cxn modelId="{7F28B75A-C829-4C74-AF99-35D4B8EA8419}" type="presParOf" srcId="{300F5F06-DDB0-406A-97AB-27929F2C8C59}" destId="{2F778092-125B-4D41-8DBF-759F17BBC30F}" srcOrd="1" destOrd="0" presId="urn:microsoft.com/office/officeart/2005/8/layout/hierarchy2"/>
    <dgm:cxn modelId="{7940A64C-B5A8-42B3-BCB2-51E81497E6F1}" type="presParOf" srcId="{2F778092-125B-4D41-8DBF-759F17BBC30F}" destId="{C68509EC-B68B-4D7B-BBCF-0096151788B6}" srcOrd="0" destOrd="0" presId="urn:microsoft.com/office/officeart/2005/8/layout/hierarchy2"/>
    <dgm:cxn modelId="{A1FA39D6-E257-435D-875E-B94E1E7E04E2}" type="presParOf" srcId="{2F778092-125B-4D41-8DBF-759F17BBC30F}" destId="{3765FF78-543C-41AB-9826-3CE4B6B2159C}" srcOrd="1" destOrd="0" presId="urn:microsoft.com/office/officeart/2005/8/layout/hierarchy2"/>
    <dgm:cxn modelId="{CA19DF82-57A9-4F01-AB97-E4862E90A896}" type="presParOf" srcId="{3765FF78-543C-41AB-9826-3CE4B6B2159C}" destId="{DCE977C0-6DC7-4B39-A74F-E84E168A4AB3}" srcOrd="0" destOrd="0" presId="urn:microsoft.com/office/officeart/2005/8/layout/hierarchy2"/>
    <dgm:cxn modelId="{6E84824B-3C9C-4C66-9F28-ACA05A981A3D}" type="presParOf" srcId="{DCE977C0-6DC7-4B39-A74F-E84E168A4AB3}" destId="{77B4E5DB-7D3A-4A03-9DD2-76C60716DB36}" srcOrd="0" destOrd="0" presId="urn:microsoft.com/office/officeart/2005/8/layout/hierarchy2"/>
    <dgm:cxn modelId="{958C9E1B-FB83-4765-A2C5-B45E473621AC}" type="presParOf" srcId="{3765FF78-543C-41AB-9826-3CE4B6B2159C}" destId="{008E2AD8-8156-4922-B0AF-AD5E06C846D3}" srcOrd="1" destOrd="0" presId="urn:microsoft.com/office/officeart/2005/8/layout/hierarchy2"/>
    <dgm:cxn modelId="{B41BAFE8-0E4B-4B16-A8B9-027F99939C94}" type="presParOf" srcId="{008E2AD8-8156-4922-B0AF-AD5E06C846D3}" destId="{821A0C75-BCF4-46CB-B00E-CEAE66C53157}" srcOrd="0" destOrd="0" presId="urn:microsoft.com/office/officeart/2005/8/layout/hierarchy2"/>
    <dgm:cxn modelId="{817B36DD-B316-42C0-9E64-C3C3DDF70A7A}" type="presParOf" srcId="{008E2AD8-8156-4922-B0AF-AD5E06C846D3}" destId="{2DF567A4-D774-49C4-AE13-5D9A578CD23C}" srcOrd="1" destOrd="0" presId="urn:microsoft.com/office/officeart/2005/8/layout/hierarchy2"/>
    <dgm:cxn modelId="{B70AA25B-6A9B-42A7-B7A0-F2BEF8C7CF92}" type="presParOf" srcId="{3765FF78-543C-41AB-9826-3CE4B6B2159C}" destId="{69F340AA-1FA1-48F0-9430-F64C034462FD}" srcOrd="2" destOrd="0" presId="urn:microsoft.com/office/officeart/2005/8/layout/hierarchy2"/>
    <dgm:cxn modelId="{364418E4-5435-44DB-BB71-105D2E3112A8}" type="presParOf" srcId="{69F340AA-1FA1-48F0-9430-F64C034462FD}" destId="{4AB4EA24-3A32-4CD4-BC2F-F92C0AF58CF2}" srcOrd="0" destOrd="0" presId="urn:microsoft.com/office/officeart/2005/8/layout/hierarchy2"/>
    <dgm:cxn modelId="{471F0775-0CDB-4436-8857-0CEA819EB2CF}" type="presParOf" srcId="{3765FF78-543C-41AB-9826-3CE4B6B2159C}" destId="{10EC4632-18D7-4CF3-9A99-DEE281DCC0A7}" srcOrd="3" destOrd="0" presId="urn:microsoft.com/office/officeart/2005/8/layout/hierarchy2"/>
    <dgm:cxn modelId="{D2C27BE6-A8D7-48D6-B360-15FFD7342DEF}" type="presParOf" srcId="{10EC4632-18D7-4CF3-9A99-DEE281DCC0A7}" destId="{A8822512-047A-4AFC-B805-3128A2F33841}" srcOrd="0" destOrd="0" presId="urn:microsoft.com/office/officeart/2005/8/layout/hierarchy2"/>
    <dgm:cxn modelId="{F507E561-528A-442A-B603-17BF3FAD31F1}" type="presParOf" srcId="{10EC4632-18D7-4CF3-9A99-DEE281DCC0A7}" destId="{CF17F760-1B89-4455-8EDB-83CFB0BFB64A}" srcOrd="1" destOrd="0" presId="urn:microsoft.com/office/officeart/2005/8/layout/hierarchy2"/>
    <dgm:cxn modelId="{97CD94B3-1778-44D1-975F-414E8DC764CA}" type="presParOf" srcId="{300F5F06-DDB0-406A-97AB-27929F2C8C59}" destId="{BE13E265-1AFD-49C0-9547-C7B77E4421E4}" srcOrd="2" destOrd="0" presId="urn:microsoft.com/office/officeart/2005/8/layout/hierarchy2"/>
    <dgm:cxn modelId="{495FADA0-E7E1-425E-8935-DD5691E89ADD}" type="presParOf" srcId="{BE13E265-1AFD-49C0-9547-C7B77E4421E4}" destId="{888E32EE-04F2-4F7A-8EF1-876F5D847255}" srcOrd="0" destOrd="0" presId="urn:microsoft.com/office/officeart/2005/8/layout/hierarchy2"/>
    <dgm:cxn modelId="{AB0EEEC9-1A0C-40BC-A730-488F0B149AAD}" type="presParOf" srcId="{300F5F06-DDB0-406A-97AB-27929F2C8C59}" destId="{6209D8C8-AB45-40B4-871F-008650F4D8CC}" srcOrd="3" destOrd="0" presId="urn:microsoft.com/office/officeart/2005/8/layout/hierarchy2"/>
    <dgm:cxn modelId="{353AD211-A0F7-4310-8EFC-9909B41F8334}" type="presParOf" srcId="{6209D8C8-AB45-40B4-871F-008650F4D8CC}" destId="{FB397B62-003C-4B2E-8FC2-DB2EDD9583CE}" srcOrd="0" destOrd="0" presId="urn:microsoft.com/office/officeart/2005/8/layout/hierarchy2"/>
    <dgm:cxn modelId="{54B6E662-0644-49F9-91C7-3E7E49578AD1}" type="presParOf" srcId="{6209D8C8-AB45-40B4-871F-008650F4D8CC}" destId="{21BB1E81-C308-4EA0-8504-8A2430B1FEBA}" srcOrd="1" destOrd="0" presId="urn:microsoft.com/office/officeart/2005/8/layout/hierarchy2"/>
    <dgm:cxn modelId="{75676721-896C-4705-9F4B-F9817C4129FC}" type="presParOf" srcId="{21BB1E81-C308-4EA0-8504-8A2430B1FEBA}" destId="{2FBEDD11-918C-4540-BF1B-B5EE510E2FB9}" srcOrd="0" destOrd="0" presId="urn:microsoft.com/office/officeart/2005/8/layout/hierarchy2"/>
    <dgm:cxn modelId="{ACC91E18-3C43-4E26-AB2E-06991FAB137B}" type="presParOf" srcId="{2FBEDD11-918C-4540-BF1B-B5EE510E2FB9}" destId="{C973AAFF-F204-4EA4-9663-2D63E3163094}" srcOrd="0" destOrd="0" presId="urn:microsoft.com/office/officeart/2005/8/layout/hierarchy2"/>
    <dgm:cxn modelId="{CDBC8109-6ECC-413F-BD03-989D40CC4267}" type="presParOf" srcId="{21BB1E81-C308-4EA0-8504-8A2430B1FEBA}" destId="{C6DB8569-AF9F-4140-A8CC-B9616AF90715}" srcOrd="1" destOrd="0" presId="urn:microsoft.com/office/officeart/2005/8/layout/hierarchy2"/>
    <dgm:cxn modelId="{252F2ABA-22DF-4F76-91EB-653BFD4E3A8D}" type="presParOf" srcId="{C6DB8569-AF9F-4140-A8CC-B9616AF90715}" destId="{B07D54DC-DE19-42CF-B536-4A5B62B8EC37}" srcOrd="0" destOrd="0" presId="urn:microsoft.com/office/officeart/2005/8/layout/hierarchy2"/>
    <dgm:cxn modelId="{5A743A32-09B1-469A-810B-95E8239FE03F}" type="presParOf" srcId="{C6DB8569-AF9F-4140-A8CC-B9616AF90715}" destId="{C9D1357D-EC60-4E92-AE97-2C7DE8D4EC46}" srcOrd="1" destOrd="0" presId="urn:microsoft.com/office/officeart/2005/8/layout/hierarchy2"/>
    <dgm:cxn modelId="{0697273B-1320-48FC-9DEF-8C3FCB3C749D}" type="presParOf" srcId="{21BB1E81-C308-4EA0-8504-8A2430B1FEBA}" destId="{4F39FDB4-403C-4B3F-A9DB-28FD201C6FFE}" srcOrd="2" destOrd="0" presId="urn:microsoft.com/office/officeart/2005/8/layout/hierarchy2"/>
    <dgm:cxn modelId="{0F9E879D-46AD-4E71-A71B-023D423D2652}" type="presParOf" srcId="{4F39FDB4-403C-4B3F-A9DB-28FD201C6FFE}" destId="{AF107889-BA2D-4F44-8743-FF08FCE382C3}" srcOrd="0" destOrd="0" presId="urn:microsoft.com/office/officeart/2005/8/layout/hierarchy2"/>
    <dgm:cxn modelId="{9849B36D-523D-4C86-8664-9A1C64ABC9CB}" type="presParOf" srcId="{21BB1E81-C308-4EA0-8504-8A2430B1FEBA}" destId="{968D635B-05B0-4944-AB70-AFD49D931906}" srcOrd="3" destOrd="0" presId="urn:microsoft.com/office/officeart/2005/8/layout/hierarchy2"/>
    <dgm:cxn modelId="{5E67F1F0-0168-400C-8582-41AD78D881BA}" type="presParOf" srcId="{968D635B-05B0-4944-AB70-AFD49D931906}" destId="{9324B6F3-F1F2-4310-8163-BFBEF6FA844A}" srcOrd="0" destOrd="0" presId="urn:microsoft.com/office/officeart/2005/8/layout/hierarchy2"/>
    <dgm:cxn modelId="{99F2B23D-BD52-4E99-A32B-CED77453703C}" type="presParOf" srcId="{968D635B-05B0-4944-AB70-AFD49D931906}" destId="{6EE385C1-2B81-4A31-ADE0-321F0AEA3F1A}" srcOrd="1" destOrd="0" presId="urn:microsoft.com/office/officeart/2005/8/layout/hierarchy2"/>
    <dgm:cxn modelId="{301CE7B7-83F7-471C-B216-7A640C09F8B4}" type="presParOf" srcId="{21BB1E81-C308-4EA0-8504-8A2430B1FEBA}" destId="{17F57621-70BB-4E58-BD06-D56A0C9E6E04}" srcOrd="4" destOrd="0" presId="urn:microsoft.com/office/officeart/2005/8/layout/hierarchy2"/>
    <dgm:cxn modelId="{C4420B5D-1F86-4D8A-A764-D92ADA643F09}" type="presParOf" srcId="{17F57621-70BB-4E58-BD06-D56A0C9E6E04}" destId="{AC147661-6E9C-4555-9D9A-57FCB51B12A7}" srcOrd="0" destOrd="0" presId="urn:microsoft.com/office/officeart/2005/8/layout/hierarchy2"/>
    <dgm:cxn modelId="{51BCB327-32BC-4574-9001-5F04558C75BD}" type="presParOf" srcId="{21BB1E81-C308-4EA0-8504-8A2430B1FEBA}" destId="{4067F438-FBF7-4512-899E-D8127412DD3E}" srcOrd="5" destOrd="0" presId="urn:microsoft.com/office/officeart/2005/8/layout/hierarchy2"/>
    <dgm:cxn modelId="{0FA79580-6315-4F07-8CD8-1F5CEF2C6326}" type="presParOf" srcId="{4067F438-FBF7-4512-899E-D8127412DD3E}" destId="{23C437E9-5EFD-4411-964A-584179DA5A49}" srcOrd="0" destOrd="0" presId="urn:microsoft.com/office/officeart/2005/8/layout/hierarchy2"/>
    <dgm:cxn modelId="{803D9448-E6A8-49DF-A882-310C4D4FE2F5}" type="presParOf" srcId="{4067F438-FBF7-4512-899E-D8127412DD3E}" destId="{6268607B-767B-4087-A9A1-05B89AAB01F7}" srcOrd="1" destOrd="0" presId="urn:microsoft.com/office/officeart/2005/8/layout/hierarchy2"/>
    <dgm:cxn modelId="{41074B17-7174-43E0-979B-4F244A79F6C5}" type="presParOf" srcId="{6268607B-767B-4087-A9A1-05B89AAB01F7}" destId="{8A78A24F-76B1-4575-8AE0-1D114216B696}" srcOrd="0" destOrd="0" presId="urn:microsoft.com/office/officeart/2005/8/layout/hierarchy2"/>
    <dgm:cxn modelId="{3F8C3AF5-CFFA-4235-8F96-8F067F1B74CB}" type="presParOf" srcId="{8A78A24F-76B1-4575-8AE0-1D114216B696}" destId="{2FCBFF49-5E4F-439F-B880-CCFB44E09431}" srcOrd="0" destOrd="0" presId="urn:microsoft.com/office/officeart/2005/8/layout/hierarchy2"/>
    <dgm:cxn modelId="{55E0707F-192E-470C-A35C-CA604B8821A7}" type="presParOf" srcId="{6268607B-767B-4087-A9A1-05B89AAB01F7}" destId="{BD04E561-3E4E-4ABB-B372-B8EBAC6804CE}" srcOrd="1" destOrd="0" presId="urn:microsoft.com/office/officeart/2005/8/layout/hierarchy2"/>
    <dgm:cxn modelId="{780D6FA8-8ACA-4993-8EF8-E820DD884340}" type="presParOf" srcId="{BD04E561-3E4E-4ABB-B372-B8EBAC6804CE}" destId="{6E8874F3-1BE9-455B-AB65-A3F17BB6E6F3}" srcOrd="0" destOrd="0" presId="urn:microsoft.com/office/officeart/2005/8/layout/hierarchy2"/>
    <dgm:cxn modelId="{5BD47733-3D5C-4AB2-870B-43EEF9B3B479}" type="presParOf" srcId="{BD04E561-3E4E-4ABB-B372-B8EBAC6804CE}" destId="{2CC67D81-149C-4099-91EE-B8A20E3A91AA}" srcOrd="1" destOrd="0" presId="urn:microsoft.com/office/officeart/2005/8/layout/hierarchy2"/>
    <dgm:cxn modelId="{1EF9DB4B-8E47-43A8-B979-4C9329C5A313}" type="presParOf" srcId="{6268607B-767B-4087-A9A1-05B89AAB01F7}" destId="{5EF92202-840B-419F-8040-C47D91F4B4ED}" srcOrd="2" destOrd="0" presId="urn:microsoft.com/office/officeart/2005/8/layout/hierarchy2"/>
    <dgm:cxn modelId="{0D879A85-D556-4943-BB72-F259E56490C7}" type="presParOf" srcId="{5EF92202-840B-419F-8040-C47D91F4B4ED}" destId="{AFDA104D-46F1-4BC0-97F5-42784429E83C}" srcOrd="0" destOrd="0" presId="urn:microsoft.com/office/officeart/2005/8/layout/hierarchy2"/>
    <dgm:cxn modelId="{94A7455A-3FC8-4DAF-91E4-936910BA003E}" type="presParOf" srcId="{6268607B-767B-4087-A9A1-05B89AAB01F7}" destId="{E589BE32-B5E6-4E7D-B79C-BCCB5E21618F}" srcOrd="3" destOrd="0" presId="urn:microsoft.com/office/officeart/2005/8/layout/hierarchy2"/>
    <dgm:cxn modelId="{041412B2-8A4C-404C-8EB3-0F5F12201C84}" type="presParOf" srcId="{E589BE32-B5E6-4E7D-B79C-BCCB5E21618F}" destId="{EF38CBE6-BB74-4090-8CFE-0AA028293D1B}" srcOrd="0" destOrd="0" presId="urn:microsoft.com/office/officeart/2005/8/layout/hierarchy2"/>
    <dgm:cxn modelId="{8F81C657-7F3E-4872-B72B-1F84B3D2E422}" type="presParOf" srcId="{E589BE32-B5E6-4E7D-B79C-BCCB5E21618F}" destId="{13253639-52CF-4048-AF13-4E983F04307B}" srcOrd="1" destOrd="0" presId="urn:microsoft.com/office/officeart/2005/8/layout/hierarchy2"/>
    <dgm:cxn modelId="{5A12803D-0654-4925-B599-5E73A66E34DF}" type="presParOf" srcId="{6268607B-767B-4087-A9A1-05B89AAB01F7}" destId="{702D4A5D-6693-4438-8843-E13675281402}" srcOrd="4" destOrd="0" presId="urn:microsoft.com/office/officeart/2005/8/layout/hierarchy2"/>
    <dgm:cxn modelId="{AA0F5B82-4517-4793-BF75-AE670488DB15}" type="presParOf" srcId="{702D4A5D-6693-4438-8843-E13675281402}" destId="{024445BB-A545-4271-8157-0944166F6B28}" srcOrd="0" destOrd="0" presId="urn:microsoft.com/office/officeart/2005/8/layout/hierarchy2"/>
    <dgm:cxn modelId="{2CFA5BA8-0290-4B0E-A361-95B47A51C162}" type="presParOf" srcId="{6268607B-767B-4087-A9A1-05B89AAB01F7}" destId="{2509F764-4C0C-462D-975E-41A694861564}" srcOrd="5" destOrd="0" presId="urn:microsoft.com/office/officeart/2005/8/layout/hierarchy2"/>
    <dgm:cxn modelId="{B35B9A79-6827-4B20-A5AD-1AEB83FEA31F}" type="presParOf" srcId="{2509F764-4C0C-462D-975E-41A694861564}" destId="{00154981-F938-4427-9B62-B550C4126480}" srcOrd="0" destOrd="0" presId="urn:microsoft.com/office/officeart/2005/8/layout/hierarchy2"/>
    <dgm:cxn modelId="{EF2856F0-856A-48F4-8B28-238BD859D789}" type="presParOf" srcId="{2509F764-4C0C-462D-975E-41A694861564}" destId="{5E1C6BAF-E163-4C82-925C-56A723A6AB8F}" srcOrd="1" destOrd="0" presId="urn:microsoft.com/office/officeart/2005/8/layout/hierarchy2"/>
    <dgm:cxn modelId="{B2D17D53-C91D-4FB4-A86B-445455398400}" type="presParOf" srcId="{21BB1E81-C308-4EA0-8504-8A2430B1FEBA}" destId="{7D8C17DB-9911-4481-8763-6BDCF9862F77}" srcOrd="6" destOrd="0" presId="urn:microsoft.com/office/officeart/2005/8/layout/hierarchy2"/>
    <dgm:cxn modelId="{5E7CEB1C-EBA3-4045-B04C-C567DFC5C98A}" type="presParOf" srcId="{7D8C17DB-9911-4481-8763-6BDCF9862F77}" destId="{CB259330-6019-4983-923B-E416BB193538}" srcOrd="0" destOrd="0" presId="urn:microsoft.com/office/officeart/2005/8/layout/hierarchy2"/>
    <dgm:cxn modelId="{D8DBA9AB-283D-441A-986E-A49FE9FE011B}" type="presParOf" srcId="{21BB1E81-C308-4EA0-8504-8A2430B1FEBA}" destId="{E288C038-7F31-4242-A91F-517B5EC9FDBD}" srcOrd="7" destOrd="0" presId="urn:microsoft.com/office/officeart/2005/8/layout/hierarchy2"/>
    <dgm:cxn modelId="{FC9D4469-B170-4CA7-91BB-84905309CB4F}" type="presParOf" srcId="{E288C038-7F31-4242-A91F-517B5EC9FDBD}" destId="{F8592C6E-BDFD-476C-8F09-AC554CE33AC3}" srcOrd="0" destOrd="0" presId="urn:microsoft.com/office/officeart/2005/8/layout/hierarchy2"/>
    <dgm:cxn modelId="{EC4412E6-E643-41F2-BA47-773E26A1C32E}" type="presParOf" srcId="{E288C038-7F31-4242-A91F-517B5EC9FDBD}" destId="{3433EB4D-07F2-4FB6-B302-2BDA683C57F6}" srcOrd="1" destOrd="0" presId="urn:microsoft.com/office/officeart/2005/8/layout/hierarchy2"/>
    <dgm:cxn modelId="{595D7F7E-DB4C-4A94-8AC1-82D9E9095538}" type="presParOf" srcId="{300F5F06-DDB0-406A-97AB-27929F2C8C59}" destId="{39560EBA-B43D-4E28-A602-682948A7DAAE}" srcOrd="4" destOrd="0" presId="urn:microsoft.com/office/officeart/2005/8/layout/hierarchy2"/>
    <dgm:cxn modelId="{455F5852-225E-4479-8950-8C5D9BF1C61D}" type="presParOf" srcId="{39560EBA-B43D-4E28-A602-682948A7DAAE}" destId="{2413AB96-AAD1-4177-A1F0-20BCC0732DC9}" srcOrd="0" destOrd="0" presId="urn:microsoft.com/office/officeart/2005/8/layout/hierarchy2"/>
    <dgm:cxn modelId="{6EDEB560-030A-4E5E-8138-18BEE8BF2015}" type="presParOf" srcId="{300F5F06-DDB0-406A-97AB-27929F2C8C59}" destId="{C286458A-0CB1-4E29-A81E-2C3FF83404BE}" srcOrd="5" destOrd="0" presId="urn:microsoft.com/office/officeart/2005/8/layout/hierarchy2"/>
    <dgm:cxn modelId="{94A52DE9-208D-4282-8F8C-100D7C5679F3}" type="presParOf" srcId="{C286458A-0CB1-4E29-A81E-2C3FF83404BE}" destId="{04B3D9A7-CBBB-4ECC-86C7-D9C68FD4089C}" srcOrd="0" destOrd="0" presId="urn:microsoft.com/office/officeart/2005/8/layout/hierarchy2"/>
    <dgm:cxn modelId="{11511AD3-54DD-4538-97A5-EACDDAE98FE2}" type="presParOf" srcId="{C286458A-0CB1-4E29-A81E-2C3FF83404BE}" destId="{00833070-203B-44B5-BEA6-E7AE4A1C0CDF}" srcOrd="1" destOrd="0" presId="urn:microsoft.com/office/officeart/2005/8/layout/hierarchy2"/>
    <dgm:cxn modelId="{919E7019-E8BC-4152-B766-ED4232AC0461}" type="presParOf" srcId="{300F5F06-DDB0-406A-97AB-27929F2C8C59}" destId="{40F3A87E-7DAB-4511-90E2-9912598047F0}" srcOrd="6" destOrd="0" presId="urn:microsoft.com/office/officeart/2005/8/layout/hierarchy2"/>
    <dgm:cxn modelId="{79A693E9-ACC4-491C-A3A5-5B1FFCE10C1B}" type="presParOf" srcId="{40F3A87E-7DAB-4511-90E2-9912598047F0}" destId="{D9F06B02-39F8-42FA-A14B-B35CDAD9985D}" srcOrd="0" destOrd="0" presId="urn:microsoft.com/office/officeart/2005/8/layout/hierarchy2"/>
    <dgm:cxn modelId="{9B71965F-93A3-4641-B5BF-BF2B9DC8CE65}" type="presParOf" srcId="{300F5F06-DDB0-406A-97AB-27929F2C8C59}" destId="{CF79112C-CC52-4FEB-888C-677FDD3E140E}" srcOrd="7" destOrd="0" presId="urn:microsoft.com/office/officeart/2005/8/layout/hierarchy2"/>
    <dgm:cxn modelId="{EB5104C4-FFC6-4272-92FA-7BEF1FC35026}" type="presParOf" srcId="{CF79112C-CC52-4FEB-888C-677FDD3E140E}" destId="{CFA81132-D090-4AFC-B8C2-EBA8CF8997AA}" srcOrd="0" destOrd="0" presId="urn:microsoft.com/office/officeart/2005/8/layout/hierarchy2"/>
    <dgm:cxn modelId="{63B13B71-47DB-4166-B024-72BB525544F1}" type="presParOf" srcId="{CF79112C-CC52-4FEB-888C-677FDD3E140E}" destId="{FD4A17F7-E62A-44C7-83FA-9B4BC9D43BB6}" srcOrd="1" destOrd="0" presId="urn:microsoft.com/office/officeart/2005/8/layout/hierarchy2"/>
    <dgm:cxn modelId="{E6649171-C916-4F00-A7A2-085F659FF165}" type="presParOf" srcId="{FD4A17F7-E62A-44C7-83FA-9B4BC9D43BB6}" destId="{A53F7156-31BC-4DDD-890E-092DAF727FDC}" srcOrd="0" destOrd="0" presId="urn:microsoft.com/office/officeart/2005/8/layout/hierarchy2"/>
    <dgm:cxn modelId="{9F2D5038-F031-464B-9DDE-B33729C5371A}" type="presParOf" srcId="{A53F7156-31BC-4DDD-890E-092DAF727FDC}" destId="{3B5A20CE-81F6-4E90-BBAC-93B7D469DE26}" srcOrd="0" destOrd="0" presId="urn:microsoft.com/office/officeart/2005/8/layout/hierarchy2"/>
    <dgm:cxn modelId="{D3131960-CA96-4D6D-AAD2-4F1BA796560E}" type="presParOf" srcId="{FD4A17F7-E62A-44C7-83FA-9B4BC9D43BB6}" destId="{E46B55BA-4A4E-45EE-86D1-8D678DCE0C70}" srcOrd="1" destOrd="0" presId="urn:microsoft.com/office/officeart/2005/8/layout/hierarchy2"/>
    <dgm:cxn modelId="{F57CEAF8-5AC6-47D1-9A76-6FEB542D16B5}" type="presParOf" srcId="{E46B55BA-4A4E-45EE-86D1-8D678DCE0C70}" destId="{9F2E5271-C26A-4BD8-9987-543592DDDD68}" srcOrd="0" destOrd="0" presId="urn:microsoft.com/office/officeart/2005/8/layout/hierarchy2"/>
    <dgm:cxn modelId="{A7753EE3-26B7-4774-90BE-4BADD15F8BD2}" type="presParOf" srcId="{E46B55BA-4A4E-45EE-86D1-8D678DCE0C70}" destId="{C3886E86-CFEC-4DBE-B6D9-F9C1AA260FEF}" srcOrd="1" destOrd="0" presId="urn:microsoft.com/office/officeart/2005/8/layout/hierarchy2"/>
    <dgm:cxn modelId="{58CB2081-8046-4412-87C2-DB35EF2A2E82}" type="presParOf" srcId="{FD4A17F7-E62A-44C7-83FA-9B4BC9D43BB6}" destId="{7FF89BEB-9BBE-4345-A9D3-A3ECE1FBDB78}" srcOrd="2" destOrd="0" presId="urn:microsoft.com/office/officeart/2005/8/layout/hierarchy2"/>
    <dgm:cxn modelId="{0992B260-9300-46D0-80F9-A23E3A6F0849}" type="presParOf" srcId="{7FF89BEB-9BBE-4345-A9D3-A3ECE1FBDB78}" destId="{056D8338-0B1D-4F4F-A9FB-572368DFC950}" srcOrd="0" destOrd="0" presId="urn:microsoft.com/office/officeart/2005/8/layout/hierarchy2"/>
    <dgm:cxn modelId="{3DD1BDDB-6A5E-4D3B-AF47-1512E6BF3C34}" type="presParOf" srcId="{FD4A17F7-E62A-44C7-83FA-9B4BC9D43BB6}" destId="{4302F5E3-29E6-4F07-A27A-AD694F7A815D}" srcOrd="3" destOrd="0" presId="urn:microsoft.com/office/officeart/2005/8/layout/hierarchy2"/>
    <dgm:cxn modelId="{25106E6E-07C5-48F6-97F0-4AEEABC704DD}" type="presParOf" srcId="{4302F5E3-29E6-4F07-A27A-AD694F7A815D}" destId="{1CE23837-AB6F-421F-BF6B-4661D4FFC277}" srcOrd="0" destOrd="0" presId="urn:microsoft.com/office/officeart/2005/8/layout/hierarchy2"/>
    <dgm:cxn modelId="{16D1FEED-640F-4441-A399-D0FE9EDD9588}" type="presParOf" srcId="{4302F5E3-29E6-4F07-A27A-AD694F7A815D}" destId="{DA458486-0709-4186-A84B-DA16CFE50BED}" srcOrd="1" destOrd="0" presId="urn:microsoft.com/office/officeart/2005/8/layout/hierarchy2"/>
    <dgm:cxn modelId="{0D49B8E3-39C5-4EA6-8809-6408AF428B0E}" type="presParOf" srcId="{FF787163-9073-4CF3-9E63-04851F65B239}" destId="{2939878A-0E6E-4CBD-93C5-D0232C854271}" srcOrd="1" destOrd="0" presId="urn:microsoft.com/office/officeart/2005/8/layout/hierarchy2"/>
    <dgm:cxn modelId="{DCBA0330-7BBC-43D5-8492-D6A6B0AFB296}" type="presParOf" srcId="{2939878A-0E6E-4CBD-93C5-D0232C854271}" destId="{3CC7FD9C-A9F1-4EDA-8DC2-B598B3DFE13B}" srcOrd="0" destOrd="0" presId="urn:microsoft.com/office/officeart/2005/8/layout/hierarchy2"/>
    <dgm:cxn modelId="{650BDF19-7625-4CD5-8587-77215C4A7B6C}" type="presParOf" srcId="{2939878A-0E6E-4CBD-93C5-D0232C854271}" destId="{C6C996BA-44F4-466B-9025-EE084808C65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6E2B56A-B188-40F5-88E0-C816D749C55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6FA6FB1-78D2-4ED3-B5FB-FACD54B63920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1800" b="1" dirty="0"/>
            <a:t>LHC 13TeV</a:t>
          </a:r>
          <a:endParaRPr lang="zh-CN" altLang="en-US" sz="1800" dirty="0"/>
        </a:p>
      </dgm:t>
    </dgm:pt>
    <dgm:pt modelId="{E376AF1C-A781-436F-AD74-A1FE8831D45F}" type="parTrans" cxnId="{4BDCC2EC-C12E-496C-9065-F66BED9A30D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57499B9-666A-4C3C-A38C-F5524A4EE25A}" type="sibTrans" cxnId="{4BDCC2EC-C12E-496C-9065-F66BED9A30D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89AF07B2-4793-42D6-A59A-1F65020CF773}">
      <dgm:prSet phldrT="[文本]" custT="1"/>
      <dgm:spPr>
        <a:blipFill>
          <a:blip xmlns:r="http://schemas.openxmlformats.org/officeDocument/2006/relationships" r:embed="rId1"/>
          <a:stretch>
            <a:fillRect b="-10256"/>
          </a:stretch>
        </a:blipFill>
        <a:ln w="25400">
          <a:solidFill>
            <a:srgbClr val="FFC00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3BD0D31D-D30F-4BBE-B55B-47607F11BCF1}" type="parTrans" cxnId="{F34CACD7-BFEC-431A-9533-1DF328F6C760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A5F34CE8-B3AC-4264-B10E-812491D1124A}" type="sibTrans" cxnId="{F34CACD7-BFEC-431A-9533-1DF328F6C760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A8FED096-E31E-4E56-89F0-84436BF59A7B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en-US" altLang="zh-CN" sz="1800" b="1" dirty="0"/>
            <a:t>LHC 7&amp;8TeV</a:t>
          </a:r>
          <a:br>
            <a:rPr lang="en-US" altLang="zh-CN" sz="2700" dirty="0"/>
          </a:br>
          <a:r>
            <a:rPr lang="en-US" altLang="zh-CN" sz="1000" dirty="0"/>
            <a:t>1606.02266</a:t>
          </a:r>
          <a:endParaRPr lang="zh-CN" altLang="en-US" sz="1000" dirty="0"/>
        </a:p>
      </dgm:t>
    </dgm:pt>
    <dgm:pt modelId="{0CE6E02A-F338-4482-8DC2-8AE9DB718C38}" type="parTrans" cxnId="{7A67C473-08E5-471E-BC69-CD6B3101C63E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EEBF560-D876-44D3-93C0-847A5ACE73E3}" type="sibTrans" cxnId="{7A67C473-08E5-471E-BC69-CD6B3101C63E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CBA3E7DD-E559-4449-9CE5-96359E6D0524}">
      <dgm:prSet custT="1"/>
      <dgm:spPr>
        <a:blipFill>
          <a:blip xmlns:r="http://schemas.openxmlformats.org/officeDocument/2006/relationships" r:embed="rId2"/>
          <a:stretch>
            <a:fillRect t="-1923" b="-6731"/>
          </a:stretch>
        </a:blipFill>
        <a:ln w="25400">
          <a:solidFill>
            <a:srgbClr val="FFC00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4EC02F05-CBD0-4CDD-9887-CFEF1AE7500A}" type="parTrans" cxnId="{7A5BEF73-1F18-41D1-BE3C-0D7D5C15C587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978125C-249A-4344-B3CB-64D7147EB86C}" type="sibTrans" cxnId="{7A5BEF73-1F18-41D1-BE3C-0D7D5C15C58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924B012-B513-488C-8FDE-72A2FE523375}">
      <dgm:prSet custT="1"/>
      <dgm:spPr>
        <a:noFill/>
        <a:ln w="25400">
          <a:solidFill>
            <a:srgbClr val="FFC000"/>
          </a:solidFill>
        </a:ln>
      </dgm:spPr>
      <dgm:t>
        <a:bodyPr/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1903.10052 ATLAS 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96791130-7D93-4D31-863B-25C98587217C}" type="parTrans" cxnId="{CF5532E6-8B3F-4DA2-B0A3-0840B3434094}">
      <dgm:prSet/>
      <dgm:spPr>
        <a:ln>
          <a:solidFill>
            <a:srgbClr val="FFC00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22ADEBA2-72F6-4993-942A-F464A8351E5C}" type="sibTrans" cxnId="{CF5532E6-8B3F-4DA2-B0A3-0840B343409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A257FFEF-DF47-42BE-BEF6-ADC7DFCD590F}">
      <dgm:prSet custT="1"/>
      <dgm:spPr>
        <a:blipFill>
          <a:blip xmlns:r="http://schemas.openxmlformats.org/officeDocument/2006/relationships" r:embed="rId3"/>
          <a:stretch>
            <a:fillRect b="-2083"/>
          </a:stretch>
        </a:blipFill>
        <a:ln w="25400">
          <a:solidFill>
            <a:srgbClr val="00B05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E78F2064-553F-46DE-A02D-3ED13B9F3AAA}" type="parTrans" cxnId="{12A98FDD-251C-43AB-979D-E63F42C5BA54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C5921E3C-6391-4032-955C-C8F8B5F8ED73}" type="sibTrans" cxnId="{12A98FDD-251C-43AB-979D-E63F42C5BA5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8C01C817-5580-4513-AA9F-DD63DDD3E14A}">
      <dgm:prSet custT="1"/>
      <dgm:spPr>
        <a:blipFill>
          <a:blip xmlns:r="http://schemas.openxmlformats.org/officeDocument/2006/relationships" r:embed="rId4"/>
          <a:stretch>
            <a:fillRect b="-5102"/>
          </a:stretch>
        </a:blipFill>
        <a:ln w="25400">
          <a:solidFill>
            <a:srgbClr val="00B05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DBA848DB-9F61-4364-9B5D-F1384C12BEF7}" type="parTrans" cxnId="{0C5F820D-1B39-4CCF-BAFF-8FB916DA7F52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50516D5-BF66-4C93-81B3-07874656707A}" type="sibTrans" cxnId="{0C5F820D-1B39-4CCF-BAFF-8FB916DA7F52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B7DD0992-87A1-4D70-B08B-A3D9525A11E6}">
      <dgm:prSet custT="1"/>
      <dgm:spPr>
        <a:blipFill>
          <a:blip xmlns:r="http://schemas.openxmlformats.org/officeDocument/2006/relationships" r:embed="rId5"/>
          <a:stretch>
            <a:fillRect b="-4615"/>
          </a:stretch>
        </a:blipFill>
        <a:ln w="25400">
          <a:solidFill>
            <a:srgbClr val="00B05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0D3BA654-5C04-4557-843A-2AF1B4AC5F3C}" type="parTrans" cxnId="{1A5AA8A2-E1C7-41F0-A8E6-BEA9C85E608D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DD2B5129-BFBE-48E2-AC9C-008BE62AF530}" type="sibTrans" cxnId="{1A5AA8A2-E1C7-41F0-A8E6-BEA9C85E608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2E14A49-3FD9-4FF8-9920-BFAF8451A1F6}">
      <dgm:prSet custT="1"/>
      <dgm:spPr>
        <a:blipFill>
          <a:blip xmlns:r="http://schemas.openxmlformats.org/officeDocument/2006/relationships" r:embed="rId6"/>
          <a:stretch>
            <a:fillRect b="-11702"/>
          </a:stretch>
        </a:blipFill>
        <a:ln w="25400">
          <a:solidFill>
            <a:srgbClr val="0070C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96BB615A-D118-457E-8647-376EB5D78BFB}" type="parTrans" cxnId="{8E3C18C3-E5FB-4B08-9460-F7092E12CA1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E9BD5E65-F9FF-4B27-B5F4-E4297D6D2078}" type="sibTrans" cxnId="{8E3C18C3-E5FB-4B08-9460-F7092E12CA1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B87DE9F4-7E36-452F-AFB5-25EC8DE60FB0}">
      <dgm:prSet custT="1"/>
      <dgm:spPr>
        <a:noFill/>
        <a:ln w="25400">
          <a:solidFill>
            <a:srgbClr val="7030A0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altLang="zh-CN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multilepton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final states</a:t>
          </a:r>
          <a:endParaRPr lang="zh-CN" altLang="en-US" sz="105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A621323E-AD95-473B-AC7F-88CD7C86EA2C}" type="parTrans" cxnId="{5EA2B173-0655-4DAB-87DA-E98B068B1842}">
      <dgm:prSet/>
      <dgm:spPr>
        <a:ln>
          <a:solidFill>
            <a:srgbClr val="7030A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77F810A-DD24-4DAF-B788-9B3EA3E9D757}" type="sibTrans" cxnId="{5EA2B173-0655-4DAB-87DA-E98B068B1842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6D3ABF8-2C0B-4C1D-8F4D-909925027EA3}">
      <dgm:prSet custT="1"/>
      <dgm:spPr>
        <a:blipFill>
          <a:blip xmlns:r="http://schemas.openxmlformats.org/officeDocument/2006/relationships" r:embed="rId7"/>
          <a:stretch>
            <a:fillRect b="-8824"/>
          </a:stretch>
        </a:blipFill>
        <a:ln w="25400">
          <a:solidFill>
            <a:srgbClr val="00B05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FC47373F-998E-4541-ADD1-30BD2AC10986}" type="parTrans" cxnId="{9B07E666-795E-42D8-A5D2-672C9E1B705C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5587D148-2721-424D-8C0F-0C57E68FCA34}" type="sibTrans" cxnId="{9B07E666-795E-42D8-A5D2-672C9E1B705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E30201F8-4C44-46CC-81E9-396735D1EFB8}">
      <dgm:prSet custT="1"/>
      <dgm:spPr>
        <a:blipFill>
          <a:blip xmlns:r="http://schemas.openxmlformats.org/officeDocument/2006/relationships" r:embed="rId8"/>
          <a:stretch>
            <a:fillRect b="-10227"/>
          </a:stretch>
        </a:blipFill>
        <a:ln w="25400">
          <a:solidFill>
            <a:srgbClr val="00B05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CCCF0B04-15CB-4DA9-85C2-E4CF6A786830}" type="parTrans" cxnId="{11F66DA2-D649-4067-A59E-5243CA7DA629}">
      <dgm:prSet/>
      <dgm:spPr>
        <a:ln>
          <a:solidFill>
            <a:srgbClr val="00B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BCF1EAF-9D4B-4770-A95F-3C186160B0AD}" type="sibTrans" cxnId="{11F66DA2-D649-4067-A59E-5243CA7DA629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894F2E6C-E045-4E4E-9F41-51F5FAFDE47B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VBF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production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2011.08280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77247A67-1B17-495E-8AFE-90DAEF2C71F7}" type="parTrans" cxnId="{5B321288-E18F-46B7-8CEC-85ED0F1AF421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5D3C08D0-0AE1-4BDA-BAC2-50B5BD2AE542}" type="sibTrans" cxnId="{5B321288-E18F-46B7-8CEC-85ED0F1AF421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A85CC65-F4D4-45F6-B83C-DA95D8E9F766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ttH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 </a:t>
          </a: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2111.06712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gm:t>
    </dgm:pt>
    <dgm:pt modelId="{EF0E5DBB-F5D2-4181-B059-5E5444FDE8E1}" type="parTrans" cxnId="{A57AB50F-BEF8-4F92-AED8-8B15323FEDDB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8C1EA37-B0C7-4094-A528-747F3990AAD5}" type="sibTrans" cxnId="{A57AB50F-BEF8-4F92-AED8-8B15323FEDD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9D444970-9A7C-4CA4-AE67-999E3E3C8264}">
      <dgm:prSet custT="1"/>
      <dgm:spPr>
        <a:noFill/>
        <a:ln w="25400"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2007.02873 ATLAS</a:t>
          </a:r>
        </a:p>
      </dgm:t>
    </dgm:pt>
    <dgm:pt modelId="{B596A36C-F6A9-4554-A09D-CAA2CBA83CD6}" type="parTrans" cxnId="{4E561405-210D-4706-841A-CA9E909624FF}">
      <dgm:prSet/>
      <dgm:spPr>
        <a:ln>
          <a:solidFill>
            <a:srgbClr val="92D050"/>
          </a:solidFill>
        </a:ln>
      </dgm:spPr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E7F8A906-C697-43D0-988E-3BD5AED5D7D5}" type="sibTrans" cxnId="{4E561405-210D-4706-841A-CA9E909624FF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C4C9F059-4DB3-4120-B3F5-D21FC7741C3A}">
      <dgm:prSet custT="1"/>
      <dgm:spPr>
        <a:blipFill>
          <a:blip xmlns:r="http://schemas.openxmlformats.org/officeDocument/2006/relationships" r:embed="rId9"/>
          <a:stretch>
            <a:fillRect b="-6000"/>
          </a:stretch>
        </a:blipFill>
        <a:ln w="25400">
          <a:solidFill>
            <a:srgbClr val="7030A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B5A5BEF6-5C26-49F8-B176-DE14CEE4C66D}" type="parTrans" cxnId="{EE366BD0-B3EA-465A-919B-8CFCA6584ED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0C643A3F-4746-4B43-9167-CF03F551247C}" type="sibTrans" cxnId="{EE366BD0-B3EA-465A-919B-8CFCA6584ED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794BB375-E670-4F4C-AF00-E4982FF4F13A}">
      <dgm:prSet custT="1"/>
      <dgm:spPr>
        <a:blipFill>
          <a:blip xmlns:r="http://schemas.openxmlformats.org/officeDocument/2006/relationships" r:embed="rId10"/>
          <a:stretch>
            <a:fillRect t="-1111" b="-5556"/>
          </a:stretch>
        </a:blipFill>
        <a:ln w="25400">
          <a:solidFill>
            <a:srgbClr val="7030A0"/>
          </a:solidFill>
        </a:ln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33720119-57AB-4F5D-A760-7CD6E94ED11B}" type="parTrans" cxnId="{BD0D51C5-22AE-4463-B2B9-A85BB839536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24430360-B7DA-4177-98BD-27006F317FC4}" type="sibTrans" cxnId="{BD0D51C5-22AE-4463-B2B9-A85BB839536C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/>
        </a:p>
      </dgm:t>
    </dgm:pt>
    <dgm:pt modelId="{FF787163-9073-4CF3-9E63-04851F65B239}" type="pres">
      <dgm:prSet presAssocID="{06E2B56A-B188-40F5-88E0-C816D749C55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39FD6D8-AF53-475B-B1AC-5B8A287AB25A}" type="pres">
      <dgm:prSet presAssocID="{16FA6FB1-78D2-4ED3-B5FB-FACD54B63920}" presName="root1" presStyleCnt="0"/>
      <dgm:spPr/>
    </dgm:pt>
    <dgm:pt modelId="{ADBC6FBA-5DCA-431D-B374-2FF46F98C336}" type="pres">
      <dgm:prSet presAssocID="{16FA6FB1-78D2-4ED3-B5FB-FACD54B63920}" presName="LevelOneTextNode" presStyleLbl="node0" presStyleIdx="0" presStyleCnt="2" custScaleX="155750" custScaleY="83782">
        <dgm:presLayoutVars>
          <dgm:chPref val="3"/>
        </dgm:presLayoutVars>
      </dgm:prSet>
      <dgm:spPr/>
    </dgm:pt>
    <dgm:pt modelId="{300F5F06-DDB0-406A-97AB-27929F2C8C59}" type="pres">
      <dgm:prSet presAssocID="{16FA6FB1-78D2-4ED3-B5FB-FACD54B63920}" presName="level2hierChild" presStyleCnt="0"/>
      <dgm:spPr/>
    </dgm:pt>
    <dgm:pt modelId="{AB818B1A-43F4-4B46-A5E8-8920B73DA87D}" type="pres">
      <dgm:prSet presAssocID="{3BD0D31D-D30F-4BBE-B55B-47607F11BCF1}" presName="conn2-1" presStyleLbl="parChTrans1D2" presStyleIdx="0" presStyleCnt="4"/>
      <dgm:spPr/>
    </dgm:pt>
    <dgm:pt modelId="{C93714C7-594D-4395-9863-5AFBE60E90EA}" type="pres">
      <dgm:prSet presAssocID="{3BD0D31D-D30F-4BBE-B55B-47607F11BCF1}" presName="connTx" presStyleLbl="parChTrans1D2" presStyleIdx="0" presStyleCnt="4"/>
      <dgm:spPr/>
    </dgm:pt>
    <dgm:pt modelId="{2F778092-125B-4D41-8DBF-759F17BBC30F}" type="pres">
      <dgm:prSet presAssocID="{89AF07B2-4793-42D6-A59A-1F65020CF773}" presName="root2" presStyleCnt="0"/>
      <dgm:spPr/>
    </dgm:pt>
    <dgm:pt modelId="{C68509EC-B68B-4D7B-BBCF-0096151788B6}" type="pres">
      <dgm:prSet presAssocID="{89AF07B2-4793-42D6-A59A-1F65020CF773}" presName="LevelTwoTextNode" presStyleLbl="node2" presStyleIdx="0" presStyleCnt="4" custScaleX="105479" custScaleY="63357">
        <dgm:presLayoutVars>
          <dgm:chPref val="3"/>
        </dgm:presLayoutVars>
      </dgm:prSet>
      <dgm:spPr>
        <a:prstGeom prst="roundRect">
          <a:avLst/>
        </a:prstGeom>
      </dgm:spPr>
    </dgm:pt>
    <dgm:pt modelId="{3765FF78-543C-41AB-9826-3CE4B6B2159C}" type="pres">
      <dgm:prSet presAssocID="{89AF07B2-4793-42D6-A59A-1F65020CF773}" presName="level3hierChild" presStyleCnt="0"/>
      <dgm:spPr/>
    </dgm:pt>
    <dgm:pt modelId="{DCE977C0-6DC7-4B39-A74F-E84E168A4AB3}" type="pres">
      <dgm:prSet presAssocID="{96791130-7D93-4D31-863B-25C98587217C}" presName="conn2-1" presStyleLbl="parChTrans1D3" presStyleIdx="0" presStyleCnt="8"/>
      <dgm:spPr/>
    </dgm:pt>
    <dgm:pt modelId="{77B4E5DB-7D3A-4A03-9DD2-76C60716DB36}" type="pres">
      <dgm:prSet presAssocID="{96791130-7D93-4D31-863B-25C98587217C}" presName="connTx" presStyleLbl="parChTrans1D3" presStyleIdx="0" presStyleCnt="8"/>
      <dgm:spPr/>
    </dgm:pt>
    <dgm:pt modelId="{008E2AD8-8156-4922-B0AF-AD5E06C846D3}" type="pres">
      <dgm:prSet presAssocID="{0924B012-B513-488C-8FDE-72A2FE523375}" presName="root2" presStyleCnt="0"/>
      <dgm:spPr/>
    </dgm:pt>
    <dgm:pt modelId="{821A0C75-BCF4-46CB-B00E-CEAE66C53157}" type="pres">
      <dgm:prSet presAssocID="{0924B012-B513-488C-8FDE-72A2FE523375}" presName="LevelTwoTextNode" presStyleLbl="node3" presStyleIdx="0" presStyleCnt="8" custScaleX="78696" custScaleY="56621">
        <dgm:presLayoutVars>
          <dgm:chPref val="3"/>
        </dgm:presLayoutVars>
      </dgm:prSet>
      <dgm:spPr/>
    </dgm:pt>
    <dgm:pt modelId="{2DF567A4-D774-49C4-AE13-5D9A578CD23C}" type="pres">
      <dgm:prSet presAssocID="{0924B012-B513-488C-8FDE-72A2FE523375}" presName="level3hierChild" presStyleCnt="0"/>
      <dgm:spPr/>
    </dgm:pt>
    <dgm:pt modelId="{69F340AA-1FA1-48F0-9430-F64C034462FD}" type="pres">
      <dgm:prSet presAssocID="{4EC02F05-CBD0-4CDD-9887-CFEF1AE7500A}" presName="conn2-1" presStyleLbl="parChTrans1D3" presStyleIdx="1" presStyleCnt="8"/>
      <dgm:spPr/>
    </dgm:pt>
    <dgm:pt modelId="{4AB4EA24-3A32-4CD4-BC2F-F92C0AF58CF2}" type="pres">
      <dgm:prSet presAssocID="{4EC02F05-CBD0-4CDD-9887-CFEF1AE7500A}" presName="connTx" presStyleLbl="parChTrans1D3" presStyleIdx="1" presStyleCnt="8"/>
      <dgm:spPr/>
    </dgm:pt>
    <dgm:pt modelId="{10EC4632-18D7-4CF3-9A99-DEE281DCC0A7}" type="pres">
      <dgm:prSet presAssocID="{CBA3E7DD-E559-4449-9CE5-96359E6D0524}" presName="root2" presStyleCnt="0"/>
      <dgm:spPr/>
    </dgm:pt>
    <dgm:pt modelId="{A8822512-047A-4AFC-B805-3128A2F33841}" type="pres">
      <dgm:prSet presAssocID="{CBA3E7DD-E559-4449-9CE5-96359E6D0524}" presName="LevelTwoTextNode" presStyleLbl="node3" presStyleIdx="1" presStyleCnt="8" custScaleX="110839" custScaleY="85551">
        <dgm:presLayoutVars>
          <dgm:chPref val="3"/>
        </dgm:presLayoutVars>
      </dgm:prSet>
      <dgm:spPr/>
    </dgm:pt>
    <dgm:pt modelId="{CF17F760-1B89-4455-8EDB-83CFB0BFB64A}" type="pres">
      <dgm:prSet presAssocID="{CBA3E7DD-E559-4449-9CE5-96359E6D0524}" presName="level3hierChild" presStyleCnt="0"/>
      <dgm:spPr/>
    </dgm:pt>
    <dgm:pt modelId="{BE13E265-1AFD-49C0-9547-C7B77E4421E4}" type="pres">
      <dgm:prSet presAssocID="{E78F2064-553F-46DE-A02D-3ED13B9F3AAA}" presName="conn2-1" presStyleLbl="parChTrans1D2" presStyleIdx="1" presStyleCnt="4"/>
      <dgm:spPr/>
    </dgm:pt>
    <dgm:pt modelId="{888E32EE-04F2-4F7A-8EF1-876F5D847255}" type="pres">
      <dgm:prSet presAssocID="{E78F2064-553F-46DE-A02D-3ED13B9F3AAA}" presName="connTx" presStyleLbl="parChTrans1D2" presStyleIdx="1" presStyleCnt="4"/>
      <dgm:spPr/>
    </dgm:pt>
    <dgm:pt modelId="{6209D8C8-AB45-40B4-871F-008650F4D8CC}" type="pres">
      <dgm:prSet presAssocID="{A257FFEF-DF47-42BE-BEF6-ADC7DFCD590F}" presName="root2" presStyleCnt="0"/>
      <dgm:spPr/>
    </dgm:pt>
    <dgm:pt modelId="{FB397B62-003C-4B2E-8FC2-DB2EDD9583CE}" type="pres">
      <dgm:prSet presAssocID="{A257FFEF-DF47-42BE-BEF6-ADC7DFCD590F}" presName="LevelTwoTextNode" presStyleLbl="node2" presStyleIdx="1" presStyleCnt="4" custScaleY="38381">
        <dgm:presLayoutVars>
          <dgm:chPref val="3"/>
        </dgm:presLayoutVars>
      </dgm:prSet>
      <dgm:spPr>
        <a:prstGeom prst="roundRect">
          <a:avLst/>
        </a:prstGeom>
      </dgm:spPr>
    </dgm:pt>
    <dgm:pt modelId="{21BB1E81-C308-4EA0-8504-8A2430B1FEBA}" type="pres">
      <dgm:prSet presAssocID="{A257FFEF-DF47-42BE-BEF6-ADC7DFCD590F}" presName="level3hierChild" presStyleCnt="0"/>
      <dgm:spPr/>
    </dgm:pt>
    <dgm:pt modelId="{2FBEDD11-918C-4540-BF1B-B5EE510E2FB9}" type="pres">
      <dgm:prSet presAssocID="{DBA848DB-9F61-4364-9B5D-F1384C12BEF7}" presName="conn2-1" presStyleLbl="parChTrans1D3" presStyleIdx="2" presStyleCnt="8"/>
      <dgm:spPr/>
    </dgm:pt>
    <dgm:pt modelId="{C973AAFF-F204-4EA4-9663-2D63E3163094}" type="pres">
      <dgm:prSet presAssocID="{DBA848DB-9F61-4364-9B5D-F1384C12BEF7}" presName="connTx" presStyleLbl="parChTrans1D3" presStyleIdx="2" presStyleCnt="8"/>
      <dgm:spPr/>
    </dgm:pt>
    <dgm:pt modelId="{C6DB8569-AF9F-4140-A8CC-B9616AF90715}" type="pres">
      <dgm:prSet presAssocID="{8C01C817-5580-4513-AA9F-DD63DDD3E14A}" presName="root2" presStyleCnt="0"/>
      <dgm:spPr/>
    </dgm:pt>
    <dgm:pt modelId="{B07D54DC-DE19-42CF-B536-4A5B62B8EC37}" type="pres">
      <dgm:prSet presAssocID="{8C01C817-5580-4513-AA9F-DD63DDD3E14A}" presName="LevelTwoTextNode" presStyleLbl="node3" presStyleIdx="2" presStyleCnt="8" custScaleY="81124">
        <dgm:presLayoutVars>
          <dgm:chPref val="3"/>
        </dgm:presLayoutVars>
      </dgm:prSet>
      <dgm:spPr/>
    </dgm:pt>
    <dgm:pt modelId="{C9D1357D-EC60-4E92-AE97-2C7DE8D4EC46}" type="pres">
      <dgm:prSet presAssocID="{8C01C817-5580-4513-AA9F-DD63DDD3E14A}" presName="level3hierChild" presStyleCnt="0"/>
      <dgm:spPr/>
    </dgm:pt>
    <dgm:pt modelId="{4F39FDB4-403C-4B3F-A9DB-28FD201C6FFE}" type="pres">
      <dgm:prSet presAssocID="{0D3BA654-5C04-4557-843A-2AF1B4AC5F3C}" presName="conn2-1" presStyleLbl="parChTrans1D3" presStyleIdx="3" presStyleCnt="8"/>
      <dgm:spPr/>
    </dgm:pt>
    <dgm:pt modelId="{AF107889-BA2D-4F44-8743-FF08FCE382C3}" type="pres">
      <dgm:prSet presAssocID="{0D3BA654-5C04-4557-843A-2AF1B4AC5F3C}" presName="connTx" presStyleLbl="parChTrans1D3" presStyleIdx="3" presStyleCnt="8"/>
      <dgm:spPr/>
    </dgm:pt>
    <dgm:pt modelId="{968D635B-05B0-4944-AB70-AFD49D931906}" type="pres">
      <dgm:prSet presAssocID="{B7DD0992-87A1-4D70-B08B-A3D9525A11E6}" presName="root2" presStyleCnt="0"/>
      <dgm:spPr/>
    </dgm:pt>
    <dgm:pt modelId="{9324B6F3-F1F2-4310-8163-BFBEF6FA844A}" type="pres">
      <dgm:prSet presAssocID="{B7DD0992-87A1-4D70-B08B-A3D9525A11E6}" presName="LevelTwoTextNode" presStyleLbl="node3" presStyleIdx="3" presStyleCnt="8" custScaleX="115250" custScaleY="107853">
        <dgm:presLayoutVars>
          <dgm:chPref val="3"/>
        </dgm:presLayoutVars>
      </dgm:prSet>
      <dgm:spPr/>
    </dgm:pt>
    <dgm:pt modelId="{6EE385C1-2B81-4A31-ADE0-321F0AEA3F1A}" type="pres">
      <dgm:prSet presAssocID="{B7DD0992-87A1-4D70-B08B-A3D9525A11E6}" presName="level3hierChild" presStyleCnt="0"/>
      <dgm:spPr/>
    </dgm:pt>
    <dgm:pt modelId="{17F57621-70BB-4E58-BD06-D56A0C9E6E04}" type="pres">
      <dgm:prSet presAssocID="{FC47373F-998E-4541-ADD1-30BD2AC10986}" presName="conn2-1" presStyleLbl="parChTrans1D3" presStyleIdx="4" presStyleCnt="8"/>
      <dgm:spPr/>
    </dgm:pt>
    <dgm:pt modelId="{AC147661-6E9C-4555-9D9A-57FCB51B12A7}" type="pres">
      <dgm:prSet presAssocID="{FC47373F-998E-4541-ADD1-30BD2AC10986}" presName="connTx" presStyleLbl="parChTrans1D3" presStyleIdx="4" presStyleCnt="8"/>
      <dgm:spPr/>
    </dgm:pt>
    <dgm:pt modelId="{4067F438-FBF7-4512-899E-D8127412DD3E}" type="pres">
      <dgm:prSet presAssocID="{06D3ABF8-2C0B-4C1D-8F4D-909925027EA3}" presName="root2" presStyleCnt="0"/>
      <dgm:spPr/>
    </dgm:pt>
    <dgm:pt modelId="{23C437E9-5EFD-4411-964A-584179DA5A49}" type="pres">
      <dgm:prSet presAssocID="{06D3ABF8-2C0B-4C1D-8F4D-909925027EA3}" presName="LevelTwoTextNode" presStyleLbl="node3" presStyleIdx="4" presStyleCnt="8" custScaleY="55478">
        <dgm:presLayoutVars>
          <dgm:chPref val="3"/>
        </dgm:presLayoutVars>
      </dgm:prSet>
      <dgm:spPr/>
    </dgm:pt>
    <dgm:pt modelId="{6268607B-767B-4087-A9A1-05B89AAB01F7}" type="pres">
      <dgm:prSet presAssocID="{06D3ABF8-2C0B-4C1D-8F4D-909925027EA3}" presName="level3hierChild" presStyleCnt="0"/>
      <dgm:spPr/>
    </dgm:pt>
    <dgm:pt modelId="{8A78A24F-76B1-4575-8AE0-1D114216B696}" type="pres">
      <dgm:prSet presAssocID="{77247A67-1B17-495E-8AFE-90DAEF2C71F7}" presName="conn2-1" presStyleLbl="parChTrans1D4" presStyleIdx="0" presStyleCnt="3"/>
      <dgm:spPr/>
    </dgm:pt>
    <dgm:pt modelId="{2FCBFF49-5E4F-439F-B880-CCFB44E09431}" type="pres">
      <dgm:prSet presAssocID="{77247A67-1B17-495E-8AFE-90DAEF2C71F7}" presName="connTx" presStyleLbl="parChTrans1D4" presStyleIdx="0" presStyleCnt="3"/>
      <dgm:spPr/>
    </dgm:pt>
    <dgm:pt modelId="{BD04E561-3E4E-4ABB-B372-B8EBAC6804CE}" type="pres">
      <dgm:prSet presAssocID="{894F2E6C-E045-4E4E-9F41-51F5FAFDE47B}" presName="root2" presStyleCnt="0"/>
      <dgm:spPr/>
    </dgm:pt>
    <dgm:pt modelId="{6E8874F3-1BE9-455B-AB65-A3F17BB6E6F3}" type="pres">
      <dgm:prSet presAssocID="{894F2E6C-E045-4E4E-9F41-51F5FAFDE47B}" presName="LevelTwoTextNode" presStyleLbl="node4" presStyleIdx="0" presStyleCnt="3" custScaleY="54612">
        <dgm:presLayoutVars>
          <dgm:chPref val="3"/>
        </dgm:presLayoutVars>
      </dgm:prSet>
      <dgm:spPr/>
    </dgm:pt>
    <dgm:pt modelId="{2CC67D81-149C-4099-91EE-B8A20E3A91AA}" type="pres">
      <dgm:prSet presAssocID="{894F2E6C-E045-4E4E-9F41-51F5FAFDE47B}" presName="level3hierChild" presStyleCnt="0"/>
      <dgm:spPr/>
    </dgm:pt>
    <dgm:pt modelId="{5EF92202-840B-419F-8040-C47D91F4B4ED}" type="pres">
      <dgm:prSet presAssocID="{EF0E5DBB-F5D2-4181-B059-5E5444FDE8E1}" presName="conn2-1" presStyleLbl="parChTrans1D4" presStyleIdx="1" presStyleCnt="3"/>
      <dgm:spPr/>
    </dgm:pt>
    <dgm:pt modelId="{AFDA104D-46F1-4BC0-97F5-42784429E83C}" type="pres">
      <dgm:prSet presAssocID="{EF0E5DBB-F5D2-4181-B059-5E5444FDE8E1}" presName="connTx" presStyleLbl="parChTrans1D4" presStyleIdx="1" presStyleCnt="3"/>
      <dgm:spPr/>
    </dgm:pt>
    <dgm:pt modelId="{E589BE32-B5E6-4E7D-B79C-BCCB5E21618F}" type="pres">
      <dgm:prSet presAssocID="{9A85CC65-F4D4-45F6-B83C-DA95D8E9F766}" presName="root2" presStyleCnt="0"/>
      <dgm:spPr/>
    </dgm:pt>
    <dgm:pt modelId="{EF38CBE6-BB74-4090-8CFE-0AA028293D1B}" type="pres">
      <dgm:prSet presAssocID="{9A85CC65-F4D4-45F6-B83C-DA95D8E9F766}" presName="LevelTwoTextNode" presStyleLbl="node4" presStyleIdx="1" presStyleCnt="3" custScaleY="52528">
        <dgm:presLayoutVars>
          <dgm:chPref val="3"/>
        </dgm:presLayoutVars>
      </dgm:prSet>
      <dgm:spPr/>
    </dgm:pt>
    <dgm:pt modelId="{13253639-52CF-4048-AF13-4E983F04307B}" type="pres">
      <dgm:prSet presAssocID="{9A85CC65-F4D4-45F6-B83C-DA95D8E9F766}" presName="level3hierChild" presStyleCnt="0"/>
      <dgm:spPr/>
    </dgm:pt>
    <dgm:pt modelId="{702D4A5D-6693-4438-8843-E13675281402}" type="pres">
      <dgm:prSet presAssocID="{B596A36C-F6A9-4554-A09D-CAA2CBA83CD6}" presName="conn2-1" presStyleLbl="parChTrans1D4" presStyleIdx="2" presStyleCnt="3"/>
      <dgm:spPr/>
    </dgm:pt>
    <dgm:pt modelId="{024445BB-A545-4271-8157-0944166F6B28}" type="pres">
      <dgm:prSet presAssocID="{B596A36C-F6A9-4554-A09D-CAA2CBA83CD6}" presName="connTx" presStyleLbl="parChTrans1D4" presStyleIdx="2" presStyleCnt="3"/>
      <dgm:spPr/>
    </dgm:pt>
    <dgm:pt modelId="{2509F764-4C0C-462D-975E-41A694861564}" type="pres">
      <dgm:prSet presAssocID="{9D444970-9A7C-4CA4-AE67-999E3E3C8264}" presName="root2" presStyleCnt="0"/>
      <dgm:spPr/>
    </dgm:pt>
    <dgm:pt modelId="{00154981-F938-4427-9B62-B550C4126480}" type="pres">
      <dgm:prSet presAssocID="{9D444970-9A7C-4CA4-AE67-999E3E3C8264}" presName="LevelTwoTextNode" presStyleLbl="node4" presStyleIdx="2" presStyleCnt="3" custScaleY="46401">
        <dgm:presLayoutVars>
          <dgm:chPref val="3"/>
        </dgm:presLayoutVars>
      </dgm:prSet>
      <dgm:spPr/>
    </dgm:pt>
    <dgm:pt modelId="{5E1C6BAF-E163-4C82-925C-56A723A6AB8F}" type="pres">
      <dgm:prSet presAssocID="{9D444970-9A7C-4CA4-AE67-999E3E3C8264}" presName="level3hierChild" presStyleCnt="0"/>
      <dgm:spPr/>
    </dgm:pt>
    <dgm:pt modelId="{7D8C17DB-9911-4481-8763-6BDCF9862F77}" type="pres">
      <dgm:prSet presAssocID="{CCCF0B04-15CB-4DA9-85C2-E4CF6A786830}" presName="conn2-1" presStyleLbl="parChTrans1D3" presStyleIdx="5" presStyleCnt="8"/>
      <dgm:spPr/>
    </dgm:pt>
    <dgm:pt modelId="{CB259330-6019-4983-923B-E416BB193538}" type="pres">
      <dgm:prSet presAssocID="{CCCF0B04-15CB-4DA9-85C2-E4CF6A786830}" presName="connTx" presStyleLbl="parChTrans1D3" presStyleIdx="5" presStyleCnt="8"/>
      <dgm:spPr/>
    </dgm:pt>
    <dgm:pt modelId="{E288C038-7F31-4242-A91F-517B5EC9FDBD}" type="pres">
      <dgm:prSet presAssocID="{E30201F8-4C44-46CC-81E9-396735D1EFB8}" presName="root2" presStyleCnt="0"/>
      <dgm:spPr/>
    </dgm:pt>
    <dgm:pt modelId="{F8592C6E-BDFD-476C-8F09-AC554CE33AC3}" type="pres">
      <dgm:prSet presAssocID="{E30201F8-4C44-46CC-81E9-396735D1EFB8}" presName="LevelTwoTextNode" presStyleLbl="node3" presStyleIdx="5" presStyleCnt="8" custScaleY="72302">
        <dgm:presLayoutVars>
          <dgm:chPref val="3"/>
        </dgm:presLayoutVars>
      </dgm:prSet>
      <dgm:spPr/>
    </dgm:pt>
    <dgm:pt modelId="{3433EB4D-07F2-4FB6-B302-2BDA683C57F6}" type="pres">
      <dgm:prSet presAssocID="{E30201F8-4C44-46CC-81E9-396735D1EFB8}" presName="level3hierChild" presStyleCnt="0"/>
      <dgm:spPr/>
    </dgm:pt>
    <dgm:pt modelId="{39560EBA-B43D-4E28-A602-682948A7DAAE}" type="pres">
      <dgm:prSet presAssocID="{96BB615A-D118-457E-8647-376EB5D78BFB}" presName="conn2-1" presStyleLbl="parChTrans1D2" presStyleIdx="2" presStyleCnt="4"/>
      <dgm:spPr/>
    </dgm:pt>
    <dgm:pt modelId="{2413AB96-AAD1-4177-A1F0-20BCC0732DC9}" type="pres">
      <dgm:prSet presAssocID="{96BB615A-D118-457E-8647-376EB5D78BFB}" presName="connTx" presStyleLbl="parChTrans1D2" presStyleIdx="2" presStyleCnt="4"/>
      <dgm:spPr/>
    </dgm:pt>
    <dgm:pt modelId="{C286458A-0CB1-4E29-A81E-2C3FF83404BE}" type="pres">
      <dgm:prSet presAssocID="{92E14A49-3FD9-4FF8-9920-BFAF8451A1F6}" presName="root2" presStyleCnt="0"/>
      <dgm:spPr/>
    </dgm:pt>
    <dgm:pt modelId="{04B3D9A7-CBBB-4ECC-86C7-D9C68FD4089C}" type="pres">
      <dgm:prSet presAssocID="{92E14A49-3FD9-4FF8-9920-BFAF8451A1F6}" presName="LevelTwoTextNode" presStyleLbl="node2" presStyleIdx="2" presStyleCnt="4" custScaleY="76759">
        <dgm:presLayoutVars>
          <dgm:chPref val="3"/>
        </dgm:presLayoutVars>
      </dgm:prSet>
      <dgm:spPr>
        <a:prstGeom prst="roundRect">
          <a:avLst/>
        </a:prstGeom>
      </dgm:spPr>
    </dgm:pt>
    <dgm:pt modelId="{00833070-203B-44B5-BEA6-E7AE4A1C0CDF}" type="pres">
      <dgm:prSet presAssocID="{92E14A49-3FD9-4FF8-9920-BFAF8451A1F6}" presName="level3hierChild" presStyleCnt="0"/>
      <dgm:spPr/>
    </dgm:pt>
    <dgm:pt modelId="{40F3A87E-7DAB-4511-90E2-9912598047F0}" type="pres">
      <dgm:prSet presAssocID="{A621323E-AD95-473B-AC7F-88CD7C86EA2C}" presName="conn2-1" presStyleLbl="parChTrans1D2" presStyleIdx="3" presStyleCnt="4"/>
      <dgm:spPr/>
    </dgm:pt>
    <dgm:pt modelId="{D9F06B02-39F8-42FA-A14B-B35CDAD9985D}" type="pres">
      <dgm:prSet presAssocID="{A621323E-AD95-473B-AC7F-88CD7C86EA2C}" presName="connTx" presStyleLbl="parChTrans1D2" presStyleIdx="3" presStyleCnt="4"/>
      <dgm:spPr/>
    </dgm:pt>
    <dgm:pt modelId="{CF79112C-CC52-4FEB-888C-677FDD3E140E}" type="pres">
      <dgm:prSet presAssocID="{B87DE9F4-7E36-452F-AFB5-25EC8DE60FB0}" presName="root2" presStyleCnt="0"/>
      <dgm:spPr/>
    </dgm:pt>
    <dgm:pt modelId="{CFA81132-D090-4AFC-B8C2-EBA8CF8997AA}" type="pres">
      <dgm:prSet presAssocID="{B87DE9F4-7E36-452F-AFB5-25EC8DE60FB0}" presName="LevelTwoTextNode" presStyleLbl="node2" presStyleIdx="3" presStyleCnt="4" custScaleX="133462" custScaleY="43029">
        <dgm:presLayoutVars>
          <dgm:chPref val="3"/>
        </dgm:presLayoutVars>
      </dgm:prSet>
      <dgm:spPr/>
    </dgm:pt>
    <dgm:pt modelId="{FD4A17F7-E62A-44C7-83FA-9B4BC9D43BB6}" type="pres">
      <dgm:prSet presAssocID="{B87DE9F4-7E36-452F-AFB5-25EC8DE60FB0}" presName="level3hierChild" presStyleCnt="0"/>
      <dgm:spPr/>
    </dgm:pt>
    <dgm:pt modelId="{A53F7156-31BC-4DDD-890E-092DAF727FDC}" type="pres">
      <dgm:prSet presAssocID="{B5A5BEF6-5C26-49F8-B176-DE14CEE4C66D}" presName="conn2-1" presStyleLbl="parChTrans1D3" presStyleIdx="6" presStyleCnt="8"/>
      <dgm:spPr/>
    </dgm:pt>
    <dgm:pt modelId="{3B5A20CE-81F6-4E90-BBAC-93B7D469DE26}" type="pres">
      <dgm:prSet presAssocID="{B5A5BEF6-5C26-49F8-B176-DE14CEE4C66D}" presName="connTx" presStyleLbl="parChTrans1D3" presStyleIdx="6" presStyleCnt="8"/>
      <dgm:spPr/>
    </dgm:pt>
    <dgm:pt modelId="{E46B55BA-4A4E-45EE-86D1-8D678DCE0C70}" type="pres">
      <dgm:prSet presAssocID="{C4C9F059-4DB3-4120-B3F5-D21FC7741C3A}" presName="root2" presStyleCnt="0"/>
      <dgm:spPr/>
    </dgm:pt>
    <dgm:pt modelId="{9F2E5271-C26A-4BD8-9987-543592DDDD68}" type="pres">
      <dgm:prSet presAssocID="{C4C9F059-4DB3-4120-B3F5-D21FC7741C3A}" presName="LevelTwoTextNode" presStyleLbl="node3" presStyleIdx="6" presStyleCnt="8" custScaleY="82345">
        <dgm:presLayoutVars>
          <dgm:chPref val="3"/>
        </dgm:presLayoutVars>
      </dgm:prSet>
      <dgm:spPr/>
    </dgm:pt>
    <dgm:pt modelId="{C3886E86-CFEC-4DBE-B6D9-F9C1AA260FEF}" type="pres">
      <dgm:prSet presAssocID="{C4C9F059-4DB3-4120-B3F5-D21FC7741C3A}" presName="level3hierChild" presStyleCnt="0"/>
      <dgm:spPr/>
    </dgm:pt>
    <dgm:pt modelId="{7FF89BEB-9BBE-4345-A9D3-A3ECE1FBDB78}" type="pres">
      <dgm:prSet presAssocID="{33720119-57AB-4F5D-A760-7CD6E94ED11B}" presName="conn2-1" presStyleLbl="parChTrans1D3" presStyleIdx="7" presStyleCnt="8"/>
      <dgm:spPr/>
    </dgm:pt>
    <dgm:pt modelId="{056D8338-0B1D-4F4F-A9FB-572368DFC950}" type="pres">
      <dgm:prSet presAssocID="{33720119-57AB-4F5D-A760-7CD6E94ED11B}" presName="connTx" presStyleLbl="parChTrans1D3" presStyleIdx="7" presStyleCnt="8"/>
      <dgm:spPr/>
    </dgm:pt>
    <dgm:pt modelId="{4302F5E3-29E6-4F07-A27A-AD694F7A815D}" type="pres">
      <dgm:prSet presAssocID="{794BB375-E670-4F4C-AF00-E4982FF4F13A}" presName="root2" presStyleCnt="0"/>
      <dgm:spPr/>
    </dgm:pt>
    <dgm:pt modelId="{1CE23837-AB6F-421F-BF6B-4661D4FFC277}" type="pres">
      <dgm:prSet presAssocID="{794BB375-E670-4F4C-AF00-E4982FF4F13A}" presName="LevelTwoTextNode" presStyleLbl="node3" presStyleIdx="7" presStyleCnt="8" custScaleX="225663" custScaleY="73403">
        <dgm:presLayoutVars>
          <dgm:chPref val="3"/>
        </dgm:presLayoutVars>
      </dgm:prSet>
      <dgm:spPr/>
    </dgm:pt>
    <dgm:pt modelId="{DA458486-0709-4186-A84B-DA16CFE50BED}" type="pres">
      <dgm:prSet presAssocID="{794BB375-E670-4F4C-AF00-E4982FF4F13A}" presName="level3hierChild" presStyleCnt="0"/>
      <dgm:spPr/>
    </dgm:pt>
    <dgm:pt modelId="{2939878A-0E6E-4CBD-93C5-D0232C854271}" type="pres">
      <dgm:prSet presAssocID="{A8FED096-E31E-4E56-89F0-84436BF59A7B}" presName="root1" presStyleCnt="0"/>
      <dgm:spPr/>
    </dgm:pt>
    <dgm:pt modelId="{3CC7FD9C-A9F1-4EDA-8DC2-B598B3DFE13B}" type="pres">
      <dgm:prSet presAssocID="{A8FED096-E31E-4E56-89F0-84436BF59A7B}" presName="LevelOneTextNode" presStyleLbl="node0" presStyleIdx="1" presStyleCnt="2" custScaleX="157425" custScaleY="83879">
        <dgm:presLayoutVars>
          <dgm:chPref val="3"/>
        </dgm:presLayoutVars>
      </dgm:prSet>
      <dgm:spPr/>
    </dgm:pt>
    <dgm:pt modelId="{C6C996BA-44F4-466B-9025-EE084808C656}" type="pres">
      <dgm:prSet presAssocID="{A8FED096-E31E-4E56-89F0-84436BF59A7B}" presName="level2hierChild" presStyleCnt="0"/>
      <dgm:spPr/>
    </dgm:pt>
  </dgm:ptLst>
  <dgm:cxnLst>
    <dgm:cxn modelId="{4E561405-210D-4706-841A-CA9E909624FF}" srcId="{06D3ABF8-2C0B-4C1D-8F4D-909925027EA3}" destId="{9D444970-9A7C-4CA4-AE67-999E3E3C8264}" srcOrd="2" destOrd="0" parTransId="{B596A36C-F6A9-4554-A09D-CAA2CBA83CD6}" sibTransId="{E7F8A906-C697-43D0-988E-3BD5AED5D7D5}"/>
    <dgm:cxn modelId="{0C5F820D-1B39-4CCF-BAFF-8FB916DA7F52}" srcId="{A257FFEF-DF47-42BE-BEF6-ADC7DFCD590F}" destId="{8C01C817-5580-4513-AA9F-DD63DDD3E14A}" srcOrd="0" destOrd="0" parTransId="{DBA848DB-9F61-4364-9B5D-F1384C12BEF7}" sibTransId="{050516D5-BF66-4C93-81B3-07874656707A}"/>
    <dgm:cxn modelId="{80F31E0E-7979-4969-BD3B-EB1322168CDE}" type="presOf" srcId="{B87DE9F4-7E36-452F-AFB5-25EC8DE60FB0}" destId="{CFA81132-D090-4AFC-B8C2-EBA8CF8997AA}" srcOrd="0" destOrd="0" presId="urn:microsoft.com/office/officeart/2005/8/layout/hierarchy2"/>
    <dgm:cxn modelId="{A57AB50F-BEF8-4F92-AED8-8B15323FEDDB}" srcId="{06D3ABF8-2C0B-4C1D-8F4D-909925027EA3}" destId="{9A85CC65-F4D4-45F6-B83C-DA95D8E9F766}" srcOrd="1" destOrd="0" parTransId="{EF0E5DBB-F5D2-4181-B059-5E5444FDE8E1}" sibTransId="{78C1EA37-B0C7-4094-A528-747F3990AAD5}"/>
    <dgm:cxn modelId="{5C72561B-C221-4A2D-8283-351C13C74B8B}" type="presOf" srcId="{B5A5BEF6-5C26-49F8-B176-DE14CEE4C66D}" destId="{3B5A20CE-81F6-4E90-BBAC-93B7D469DE26}" srcOrd="1" destOrd="0" presId="urn:microsoft.com/office/officeart/2005/8/layout/hierarchy2"/>
    <dgm:cxn modelId="{033CA421-FE73-479E-AD6A-2A39E912D4E2}" type="presOf" srcId="{E30201F8-4C44-46CC-81E9-396735D1EFB8}" destId="{F8592C6E-BDFD-476C-8F09-AC554CE33AC3}" srcOrd="0" destOrd="0" presId="urn:microsoft.com/office/officeart/2005/8/layout/hierarchy2"/>
    <dgm:cxn modelId="{53183F29-70CF-48F4-BCB0-A890227DE1A5}" type="presOf" srcId="{E78F2064-553F-46DE-A02D-3ED13B9F3AAA}" destId="{BE13E265-1AFD-49C0-9547-C7B77E4421E4}" srcOrd="0" destOrd="0" presId="urn:microsoft.com/office/officeart/2005/8/layout/hierarchy2"/>
    <dgm:cxn modelId="{9A0CB42E-A1C5-4A02-BB4E-812CB1E79400}" type="presOf" srcId="{B596A36C-F6A9-4554-A09D-CAA2CBA83CD6}" destId="{702D4A5D-6693-4438-8843-E13675281402}" srcOrd="0" destOrd="0" presId="urn:microsoft.com/office/officeart/2005/8/layout/hierarchy2"/>
    <dgm:cxn modelId="{A111422F-B95A-4844-913D-EF4CFA9093B0}" type="presOf" srcId="{B596A36C-F6A9-4554-A09D-CAA2CBA83CD6}" destId="{024445BB-A545-4271-8157-0944166F6B28}" srcOrd="1" destOrd="0" presId="urn:microsoft.com/office/officeart/2005/8/layout/hierarchy2"/>
    <dgm:cxn modelId="{C34DFA2F-DB38-462F-A86C-BA3514DF7CE7}" type="presOf" srcId="{A8FED096-E31E-4E56-89F0-84436BF59A7B}" destId="{3CC7FD9C-A9F1-4EDA-8DC2-B598B3DFE13B}" srcOrd="0" destOrd="0" presId="urn:microsoft.com/office/officeart/2005/8/layout/hierarchy2"/>
    <dgm:cxn modelId="{DFB49537-4A9D-4D3E-BF3C-C3B9C8323D9E}" type="presOf" srcId="{33720119-57AB-4F5D-A760-7CD6E94ED11B}" destId="{056D8338-0B1D-4F4F-A9FB-572368DFC950}" srcOrd="1" destOrd="0" presId="urn:microsoft.com/office/officeart/2005/8/layout/hierarchy2"/>
    <dgm:cxn modelId="{89EADC38-2AE3-4805-9ABD-E89B6ADAAA6D}" type="presOf" srcId="{4EC02F05-CBD0-4CDD-9887-CFEF1AE7500A}" destId="{4AB4EA24-3A32-4CD4-BC2F-F92C0AF58CF2}" srcOrd="1" destOrd="0" presId="urn:microsoft.com/office/officeart/2005/8/layout/hierarchy2"/>
    <dgm:cxn modelId="{7AC1E139-A576-4BA6-8B5A-25E3A0185CFB}" type="presOf" srcId="{96BB615A-D118-457E-8647-376EB5D78BFB}" destId="{2413AB96-AAD1-4177-A1F0-20BCC0732DC9}" srcOrd="1" destOrd="0" presId="urn:microsoft.com/office/officeart/2005/8/layout/hierarchy2"/>
    <dgm:cxn modelId="{56665A3A-F62D-440B-B67B-988B369213EC}" type="presOf" srcId="{FC47373F-998E-4541-ADD1-30BD2AC10986}" destId="{17F57621-70BB-4E58-BD06-D56A0C9E6E04}" srcOrd="0" destOrd="0" presId="urn:microsoft.com/office/officeart/2005/8/layout/hierarchy2"/>
    <dgm:cxn modelId="{A4010140-6318-4A81-BA48-917548472548}" type="presOf" srcId="{0D3BA654-5C04-4557-843A-2AF1B4AC5F3C}" destId="{AF107889-BA2D-4F44-8743-FF08FCE382C3}" srcOrd="1" destOrd="0" presId="urn:microsoft.com/office/officeart/2005/8/layout/hierarchy2"/>
    <dgm:cxn modelId="{E9F7D162-C436-4D48-B52D-8B2F67958856}" type="presOf" srcId="{0D3BA654-5C04-4557-843A-2AF1B4AC5F3C}" destId="{4F39FDB4-403C-4B3F-A9DB-28FD201C6FFE}" srcOrd="0" destOrd="0" presId="urn:microsoft.com/office/officeart/2005/8/layout/hierarchy2"/>
    <dgm:cxn modelId="{CE237C44-2F6B-45DC-B1FF-C56CC26DD319}" type="presOf" srcId="{CCCF0B04-15CB-4DA9-85C2-E4CF6A786830}" destId="{7D8C17DB-9911-4481-8763-6BDCF9862F77}" srcOrd="0" destOrd="0" presId="urn:microsoft.com/office/officeart/2005/8/layout/hierarchy2"/>
    <dgm:cxn modelId="{9B07E666-795E-42D8-A5D2-672C9E1B705C}" srcId="{A257FFEF-DF47-42BE-BEF6-ADC7DFCD590F}" destId="{06D3ABF8-2C0B-4C1D-8F4D-909925027EA3}" srcOrd="2" destOrd="0" parTransId="{FC47373F-998E-4541-ADD1-30BD2AC10986}" sibTransId="{5587D148-2721-424D-8C0F-0C57E68FCA34}"/>
    <dgm:cxn modelId="{EE845348-9E1A-4667-A582-6447CA24C0A4}" type="presOf" srcId="{894F2E6C-E045-4E4E-9F41-51F5FAFDE47B}" destId="{6E8874F3-1BE9-455B-AB65-A3F17BB6E6F3}" srcOrd="0" destOrd="0" presId="urn:microsoft.com/office/officeart/2005/8/layout/hierarchy2"/>
    <dgm:cxn modelId="{0D695069-9CDA-4DF4-B657-D16A91604A25}" type="presOf" srcId="{06E2B56A-B188-40F5-88E0-C816D749C553}" destId="{FF787163-9073-4CF3-9E63-04851F65B239}" srcOrd="0" destOrd="0" presId="urn:microsoft.com/office/officeart/2005/8/layout/hierarchy2"/>
    <dgm:cxn modelId="{2194CB4B-0DE8-4236-8FCA-75EDCA72C534}" type="presOf" srcId="{89AF07B2-4793-42D6-A59A-1F65020CF773}" destId="{C68509EC-B68B-4D7B-BBCF-0096151788B6}" srcOrd="0" destOrd="0" presId="urn:microsoft.com/office/officeart/2005/8/layout/hierarchy2"/>
    <dgm:cxn modelId="{8A104A72-4304-48BD-A284-163984EBAD2A}" type="presOf" srcId="{4EC02F05-CBD0-4CDD-9887-CFEF1AE7500A}" destId="{69F340AA-1FA1-48F0-9430-F64C034462FD}" srcOrd="0" destOrd="0" presId="urn:microsoft.com/office/officeart/2005/8/layout/hierarchy2"/>
    <dgm:cxn modelId="{26CE4873-A3C2-410F-A5F3-539DBDE602D6}" type="presOf" srcId="{B5A5BEF6-5C26-49F8-B176-DE14CEE4C66D}" destId="{A53F7156-31BC-4DDD-890E-092DAF727FDC}" srcOrd="0" destOrd="0" presId="urn:microsoft.com/office/officeart/2005/8/layout/hierarchy2"/>
    <dgm:cxn modelId="{5EA2B173-0655-4DAB-87DA-E98B068B1842}" srcId="{16FA6FB1-78D2-4ED3-B5FB-FACD54B63920}" destId="{B87DE9F4-7E36-452F-AFB5-25EC8DE60FB0}" srcOrd="3" destOrd="0" parTransId="{A621323E-AD95-473B-AC7F-88CD7C86EA2C}" sibTransId="{977F810A-DD24-4DAF-B788-9B3EA3E9D757}"/>
    <dgm:cxn modelId="{7A67C473-08E5-471E-BC69-CD6B3101C63E}" srcId="{06E2B56A-B188-40F5-88E0-C816D749C553}" destId="{A8FED096-E31E-4E56-89F0-84436BF59A7B}" srcOrd="1" destOrd="0" parTransId="{0CE6E02A-F338-4482-8DC2-8AE9DB718C38}" sibTransId="{7EEBF560-D876-44D3-93C0-847A5ACE73E3}"/>
    <dgm:cxn modelId="{2968C653-72B6-4067-B856-16376113BD11}" type="presOf" srcId="{C4C9F059-4DB3-4120-B3F5-D21FC7741C3A}" destId="{9F2E5271-C26A-4BD8-9987-543592DDDD68}" srcOrd="0" destOrd="0" presId="urn:microsoft.com/office/officeart/2005/8/layout/hierarchy2"/>
    <dgm:cxn modelId="{7A5BEF73-1F18-41D1-BE3C-0D7D5C15C587}" srcId="{89AF07B2-4793-42D6-A59A-1F65020CF773}" destId="{CBA3E7DD-E559-4449-9CE5-96359E6D0524}" srcOrd="1" destOrd="0" parTransId="{4EC02F05-CBD0-4CDD-9887-CFEF1AE7500A}" sibTransId="{0978125C-249A-4344-B3CB-64D7147EB86C}"/>
    <dgm:cxn modelId="{DA8D9974-616D-42F3-A61E-47FCBB2C5BF8}" type="presOf" srcId="{3BD0D31D-D30F-4BBE-B55B-47607F11BCF1}" destId="{C93714C7-594D-4395-9863-5AFBE60E90EA}" srcOrd="1" destOrd="0" presId="urn:microsoft.com/office/officeart/2005/8/layout/hierarchy2"/>
    <dgm:cxn modelId="{94C22577-20A1-44BE-BA5B-0C8158557A8B}" type="presOf" srcId="{9A85CC65-F4D4-45F6-B83C-DA95D8E9F766}" destId="{EF38CBE6-BB74-4090-8CFE-0AA028293D1B}" srcOrd="0" destOrd="0" presId="urn:microsoft.com/office/officeart/2005/8/layout/hierarchy2"/>
    <dgm:cxn modelId="{84B1CF79-447B-49CA-8C75-922B3075C882}" type="presOf" srcId="{16FA6FB1-78D2-4ED3-B5FB-FACD54B63920}" destId="{ADBC6FBA-5DCA-431D-B374-2FF46F98C336}" srcOrd="0" destOrd="0" presId="urn:microsoft.com/office/officeart/2005/8/layout/hierarchy2"/>
    <dgm:cxn modelId="{17F4087B-B029-4DAB-8BC3-F4D6DCE4E158}" type="presOf" srcId="{96BB615A-D118-457E-8647-376EB5D78BFB}" destId="{39560EBA-B43D-4E28-A602-682948A7DAAE}" srcOrd="0" destOrd="0" presId="urn:microsoft.com/office/officeart/2005/8/layout/hierarchy2"/>
    <dgm:cxn modelId="{5E2E4385-D353-49CF-BFE1-825C5F5E6B2C}" type="presOf" srcId="{CBA3E7DD-E559-4449-9CE5-96359E6D0524}" destId="{A8822512-047A-4AFC-B805-3128A2F33841}" srcOrd="0" destOrd="0" presId="urn:microsoft.com/office/officeart/2005/8/layout/hierarchy2"/>
    <dgm:cxn modelId="{5B321288-E18F-46B7-8CEC-85ED0F1AF421}" srcId="{06D3ABF8-2C0B-4C1D-8F4D-909925027EA3}" destId="{894F2E6C-E045-4E4E-9F41-51F5FAFDE47B}" srcOrd="0" destOrd="0" parTransId="{77247A67-1B17-495E-8AFE-90DAEF2C71F7}" sibTransId="{5D3C08D0-0AE1-4BDA-BAC2-50B5BD2AE542}"/>
    <dgm:cxn modelId="{E3FD8F8D-CBBF-49AA-88D0-9497DF3B1330}" type="presOf" srcId="{96791130-7D93-4D31-863B-25C98587217C}" destId="{77B4E5DB-7D3A-4A03-9DD2-76C60716DB36}" srcOrd="1" destOrd="0" presId="urn:microsoft.com/office/officeart/2005/8/layout/hierarchy2"/>
    <dgm:cxn modelId="{2632AB95-D4CB-443E-99A8-0CE51A7358D2}" type="presOf" srcId="{A257FFEF-DF47-42BE-BEF6-ADC7DFCD590F}" destId="{FB397B62-003C-4B2E-8FC2-DB2EDD9583CE}" srcOrd="0" destOrd="0" presId="urn:microsoft.com/office/officeart/2005/8/layout/hierarchy2"/>
    <dgm:cxn modelId="{F62E449B-1B7E-44AD-BE57-16DA8978B3D0}" type="presOf" srcId="{77247A67-1B17-495E-8AFE-90DAEF2C71F7}" destId="{2FCBFF49-5E4F-439F-B880-CCFB44E09431}" srcOrd="1" destOrd="0" presId="urn:microsoft.com/office/officeart/2005/8/layout/hierarchy2"/>
    <dgm:cxn modelId="{2C7649A1-B2BF-4D18-BCCC-E87720A90643}" type="presOf" srcId="{92E14A49-3FD9-4FF8-9920-BFAF8451A1F6}" destId="{04B3D9A7-CBBB-4ECC-86C7-D9C68FD4089C}" srcOrd="0" destOrd="0" presId="urn:microsoft.com/office/officeart/2005/8/layout/hierarchy2"/>
    <dgm:cxn modelId="{11F66DA2-D649-4067-A59E-5243CA7DA629}" srcId="{A257FFEF-DF47-42BE-BEF6-ADC7DFCD590F}" destId="{E30201F8-4C44-46CC-81E9-396735D1EFB8}" srcOrd="3" destOrd="0" parTransId="{CCCF0B04-15CB-4DA9-85C2-E4CF6A786830}" sibTransId="{9BCF1EAF-9D4B-4770-A95F-3C186160B0AD}"/>
    <dgm:cxn modelId="{1A5AA8A2-E1C7-41F0-A8E6-BEA9C85E608D}" srcId="{A257FFEF-DF47-42BE-BEF6-ADC7DFCD590F}" destId="{B7DD0992-87A1-4D70-B08B-A3D9525A11E6}" srcOrd="1" destOrd="0" parTransId="{0D3BA654-5C04-4557-843A-2AF1B4AC5F3C}" sibTransId="{DD2B5129-BFBE-48E2-AC9C-008BE62AF530}"/>
    <dgm:cxn modelId="{C44208A3-4FC0-4A18-A540-030C9339DCFE}" type="presOf" srcId="{E78F2064-553F-46DE-A02D-3ED13B9F3AAA}" destId="{888E32EE-04F2-4F7A-8EF1-876F5D847255}" srcOrd="1" destOrd="0" presId="urn:microsoft.com/office/officeart/2005/8/layout/hierarchy2"/>
    <dgm:cxn modelId="{42773CA4-3143-4895-AB8E-B6616E20390C}" type="presOf" srcId="{CCCF0B04-15CB-4DA9-85C2-E4CF6A786830}" destId="{CB259330-6019-4983-923B-E416BB193538}" srcOrd="1" destOrd="0" presId="urn:microsoft.com/office/officeart/2005/8/layout/hierarchy2"/>
    <dgm:cxn modelId="{2D42A6A6-F66D-4F88-B299-50CE5799BFDD}" type="presOf" srcId="{FC47373F-998E-4541-ADD1-30BD2AC10986}" destId="{AC147661-6E9C-4555-9D9A-57FCB51B12A7}" srcOrd="1" destOrd="0" presId="urn:microsoft.com/office/officeart/2005/8/layout/hierarchy2"/>
    <dgm:cxn modelId="{C97E2BAD-4522-47BA-85B9-CF879E1DF7FA}" type="presOf" srcId="{DBA848DB-9F61-4364-9B5D-F1384C12BEF7}" destId="{C973AAFF-F204-4EA4-9663-2D63E3163094}" srcOrd="1" destOrd="0" presId="urn:microsoft.com/office/officeart/2005/8/layout/hierarchy2"/>
    <dgm:cxn modelId="{7A24AAB7-6D1C-468F-9899-B876007C3FB2}" type="presOf" srcId="{3BD0D31D-D30F-4BBE-B55B-47607F11BCF1}" destId="{AB818B1A-43F4-4B46-A5E8-8920B73DA87D}" srcOrd="0" destOrd="0" presId="urn:microsoft.com/office/officeart/2005/8/layout/hierarchy2"/>
    <dgm:cxn modelId="{005FEDB9-DFC6-463F-805B-27FAE9B4B68E}" type="presOf" srcId="{B7DD0992-87A1-4D70-B08B-A3D9525A11E6}" destId="{9324B6F3-F1F2-4310-8163-BFBEF6FA844A}" srcOrd="0" destOrd="0" presId="urn:microsoft.com/office/officeart/2005/8/layout/hierarchy2"/>
    <dgm:cxn modelId="{1FF6F1BD-D516-4EAD-8E77-B09D3A2F302F}" type="presOf" srcId="{DBA848DB-9F61-4364-9B5D-F1384C12BEF7}" destId="{2FBEDD11-918C-4540-BF1B-B5EE510E2FB9}" srcOrd="0" destOrd="0" presId="urn:microsoft.com/office/officeart/2005/8/layout/hierarchy2"/>
    <dgm:cxn modelId="{A55D77BE-693C-42EC-A3CC-AB88122E544B}" type="presOf" srcId="{8C01C817-5580-4513-AA9F-DD63DDD3E14A}" destId="{B07D54DC-DE19-42CF-B536-4A5B62B8EC37}" srcOrd="0" destOrd="0" presId="urn:microsoft.com/office/officeart/2005/8/layout/hierarchy2"/>
    <dgm:cxn modelId="{6B1EBCBE-631E-43C3-BAF9-51D848E90899}" type="presOf" srcId="{794BB375-E670-4F4C-AF00-E4982FF4F13A}" destId="{1CE23837-AB6F-421F-BF6B-4661D4FFC277}" srcOrd="0" destOrd="0" presId="urn:microsoft.com/office/officeart/2005/8/layout/hierarchy2"/>
    <dgm:cxn modelId="{85FC01C1-81D3-4C89-A803-BF28E90559F5}" type="presOf" srcId="{A621323E-AD95-473B-AC7F-88CD7C86EA2C}" destId="{40F3A87E-7DAB-4511-90E2-9912598047F0}" srcOrd="0" destOrd="0" presId="urn:microsoft.com/office/officeart/2005/8/layout/hierarchy2"/>
    <dgm:cxn modelId="{8E3C18C3-E5FB-4B08-9460-F7092E12CA1D}" srcId="{16FA6FB1-78D2-4ED3-B5FB-FACD54B63920}" destId="{92E14A49-3FD9-4FF8-9920-BFAF8451A1F6}" srcOrd="2" destOrd="0" parTransId="{96BB615A-D118-457E-8647-376EB5D78BFB}" sibTransId="{E9BD5E65-F9FF-4B27-B5F4-E4297D6D2078}"/>
    <dgm:cxn modelId="{BD0D51C5-22AE-4463-B2B9-A85BB839536C}" srcId="{B87DE9F4-7E36-452F-AFB5-25EC8DE60FB0}" destId="{794BB375-E670-4F4C-AF00-E4982FF4F13A}" srcOrd="1" destOrd="0" parTransId="{33720119-57AB-4F5D-A760-7CD6E94ED11B}" sibTransId="{24430360-B7DA-4177-98BD-27006F317FC4}"/>
    <dgm:cxn modelId="{A4D134C9-781A-4D3A-8072-2A26E1FC12BC}" type="presOf" srcId="{EF0E5DBB-F5D2-4181-B059-5E5444FDE8E1}" destId="{AFDA104D-46F1-4BC0-97F5-42784429E83C}" srcOrd="1" destOrd="0" presId="urn:microsoft.com/office/officeart/2005/8/layout/hierarchy2"/>
    <dgm:cxn modelId="{501463C9-AE99-4AD6-846D-3BFD5147B7B3}" type="presOf" srcId="{0924B012-B513-488C-8FDE-72A2FE523375}" destId="{821A0C75-BCF4-46CB-B00E-CEAE66C53157}" srcOrd="0" destOrd="0" presId="urn:microsoft.com/office/officeart/2005/8/layout/hierarchy2"/>
    <dgm:cxn modelId="{7DDD28CA-AE83-451B-9ECA-7FA802E9F3A1}" type="presOf" srcId="{9D444970-9A7C-4CA4-AE67-999E3E3C8264}" destId="{00154981-F938-4427-9B62-B550C4126480}" srcOrd="0" destOrd="0" presId="urn:microsoft.com/office/officeart/2005/8/layout/hierarchy2"/>
    <dgm:cxn modelId="{EE366BD0-B3EA-465A-919B-8CFCA6584ED5}" srcId="{B87DE9F4-7E36-452F-AFB5-25EC8DE60FB0}" destId="{C4C9F059-4DB3-4120-B3F5-D21FC7741C3A}" srcOrd="0" destOrd="0" parTransId="{B5A5BEF6-5C26-49F8-B176-DE14CEE4C66D}" sibTransId="{0C643A3F-4746-4B43-9167-CF03F551247C}"/>
    <dgm:cxn modelId="{F34CACD7-BFEC-431A-9533-1DF328F6C760}" srcId="{16FA6FB1-78D2-4ED3-B5FB-FACD54B63920}" destId="{89AF07B2-4793-42D6-A59A-1F65020CF773}" srcOrd="0" destOrd="0" parTransId="{3BD0D31D-D30F-4BBE-B55B-47607F11BCF1}" sibTransId="{A5F34CE8-B3AC-4264-B10E-812491D1124A}"/>
    <dgm:cxn modelId="{12A98FDD-251C-43AB-979D-E63F42C5BA54}" srcId="{16FA6FB1-78D2-4ED3-B5FB-FACD54B63920}" destId="{A257FFEF-DF47-42BE-BEF6-ADC7DFCD590F}" srcOrd="1" destOrd="0" parTransId="{E78F2064-553F-46DE-A02D-3ED13B9F3AAA}" sibTransId="{C5921E3C-6391-4032-955C-C8F8B5F8ED73}"/>
    <dgm:cxn modelId="{B52FBDE5-6D7A-4660-9032-7127AF83F61E}" type="presOf" srcId="{77247A67-1B17-495E-8AFE-90DAEF2C71F7}" destId="{8A78A24F-76B1-4575-8AE0-1D114216B696}" srcOrd="0" destOrd="0" presId="urn:microsoft.com/office/officeart/2005/8/layout/hierarchy2"/>
    <dgm:cxn modelId="{CF5532E6-8B3F-4DA2-B0A3-0840B3434094}" srcId="{89AF07B2-4793-42D6-A59A-1F65020CF773}" destId="{0924B012-B513-488C-8FDE-72A2FE523375}" srcOrd="0" destOrd="0" parTransId="{96791130-7D93-4D31-863B-25C98587217C}" sibTransId="{22ADEBA2-72F6-4993-942A-F464A8351E5C}"/>
    <dgm:cxn modelId="{19C2B2E7-5D41-48EC-BE7D-FCE1BDBB8152}" type="presOf" srcId="{A621323E-AD95-473B-AC7F-88CD7C86EA2C}" destId="{D9F06B02-39F8-42FA-A14B-B35CDAD9985D}" srcOrd="1" destOrd="0" presId="urn:microsoft.com/office/officeart/2005/8/layout/hierarchy2"/>
    <dgm:cxn modelId="{4470AAE9-53D4-4879-BE87-51F4E97CDEA6}" type="presOf" srcId="{96791130-7D93-4D31-863B-25C98587217C}" destId="{DCE977C0-6DC7-4B39-A74F-E84E168A4AB3}" srcOrd="0" destOrd="0" presId="urn:microsoft.com/office/officeart/2005/8/layout/hierarchy2"/>
    <dgm:cxn modelId="{4BDCC2EC-C12E-496C-9065-F66BED9A30D8}" srcId="{06E2B56A-B188-40F5-88E0-C816D749C553}" destId="{16FA6FB1-78D2-4ED3-B5FB-FACD54B63920}" srcOrd="0" destOrd="0" parTransId="{E376AF1C-A781-436F-AD74-A1FE8831D45F}" sibTransId="{757499B9-666A-4C3C-A38C-F5524A4EE25A}"/>
    <dgm:cxn modelId="{156DEBF1-0429-494D-B32B-D2B7042C0BD2}" type="presOf" srcId="{06D3ABF8-2C0B-4C1D-8F4D-909925027EA3}" destId="{23C437E9-5EFD-4411-964A-584179DA5A49}" srcOrd="0" destOrd="0" presId="urn:microsoft.com/office/officeart/2005/8/layout/hierarchy2"/>
    <dgm:cxn modelId="{9BBF34F6-51C1-470A-A89F-795DE1EDAD50}" type="presOf" srcId="{EF0E5DBB-F5D2-4181-B059-5E5444FDE8E1}" destId="{5EF92202-840B-419F-8040-C47D91F4B4ED}" srcOrd="0" destOrd="0" presId="urn:microsoft.com/office/officeart/2005/8/layout/hierarchy2"/>
    <dgm:cxn modelId="{A2EC18F8-3919-4616-8EE9-AB33AEE56684}" type="presOf" srcId="{33720119-57AB-4F5D-A760-7CD6E94ED11B}" destId="{7FF89BEB-9BBE-4345-A9D3-A3ECE1FBDB78}" srcOrd="0" destOrd="0" presId="urn:microsoft.com/office/officeart/2005/8/layout/hierarchy2"/>
    <dgm:cxn modelId="{A3CB3B74-2AC1-4E00-864C-5D72E098B981}" type="presParOf" srcId="{FF787163-9073-4CF3-9E63-04851F65B239}" destId="{E39FD6D8-AF53-475B-B1AC-5B8A287AB25A}" srcOrd="0" destOrd="0" presId="urn:microsoft.com/office/officeart/2005/8/layout/hierarchy2"/>
    <dgm:cxn modelId="{DB3D03FA-EDD0-452A-9924-5766BED58161}" type="presParOf" srcId="{E39FD6D8-AF53-475B-B1AC-5B8A287AB25A}" destId="{ADBC6FBA-5DCA-431D-B374-2FF46F98C336}" srcOrd="0" destOrd="0" presId="urn:microsoft.com/office/officeart/2005/8/layout/hierarchy2"/>
    <dgm:cxn modelId="{0BE7A3A9-00B8-4AB7-8D29-DBDDCDE7D36A}" type="presParOf" srcId="{E39FD6D8-AF53-475B-B1AC-5B8A287AB25A}" destId="{300F5F06-DDB0-406A-97AB-27929F2C8C59}" srcOrd="1" destOrd="0" presId="urn:microsoft.com/office/officeart/2005/8/layout/hierarchy2"/>
    <dgm:cxn modelId="{06F0472A-DEDC-474F-B9D6-7346A7C2629C}" type="presParOf" srcId="{300F5F06-DDB0-406A-97AB-27929F2C8C59}" destId="{AB818B1A-43F4-4B46-A5E8-8920B73DA87D}" srcOrd="0" destOrd="0" presId="urn:microsoft.com/office/officeart/2005/8/layout/hierarchy2"/>
    <dgm:cxn modelId="{AC13BF7E-B6B5-409B-B383-A4DC318833F6}" type="presParOf" srcId="{AB818B1A-43F4-4B46-A5E8-8920B73DA87D}" destId="{C93714C7-594D-4395-9863-5AFBE60E90EA}" srcOrd="0" destOrd="0" presId="urn:microsoft.com/office/officeart/2005/8/layout/hierarchy2"/>
    <dgm:cxn modelId="{7F28B75A-C829-4C74-AF99-35D4B8EA8419}" type="presParOf" srcId="{300F5F06-DDB0-406A-97AB-27929F2C8C59}" destId="{2F778092-125B-4D41-8DBF-759F17BBC30F}" srcOrd="1" destOrd="0" presId="urn:microsoft.com/office/officeart/2005/8/layout/hierarchy2"/>
    <dgm:cxn modelId="{7940A64C-B5A8-42B3-BCB2-51E81497E6F1}" type="presParOf" srcId="{2F778092-125B-4D41-8DBF-759F17BBC30F}" destId="{C68509EC-B68B-4D7B-BBCF-0096151788B6}" srcOrd="0" destOrd="0" presId="urn:microsoft.com/office/officeart/2005/8/layout/hierarchy2"/>
    <dgm:cxn modelId="{A1FA39D6-E257-435D-875E-B94E1E7E04E2}" type="presParOf" srcId="{2F778092-125B-4D41-8DBF-759F17BBC30F}" destId="{3765FF78-543C-41AB-9826-3CE4B6B2159C}" srcOrd="1" destOrd="0" presId="urn:microsoft.com/office/officeart/2005/8/layout/hierarchy2"/>
    <dgm:cxn modelId="{CA19DF82-57A9-4F01-AB97-E4862E90A896}" type="presParOf" srcId="{3765FF78-543C-41AB-9826-3CE4B6B2159C}" destId="{DCE977C0-6DC7-4B39-A74F-E84E168A4AB3}" srcOrd="0" destOrd="0" presId="urn:microsoft.com/office/officeart/2005/8/layout/hierarchy2"/>
    <dgm:cxn modelId="{6E84824B-3C9C-4C66-9F28-ACA05A981A3D}" type="presParOf" srcId="{DCE977C0-6DC7-4B39-A74F-E84E168A4AB3}" destId="{77B4E5DB-7D3A-4A03-9DD2-76C60716DB36}" srcOrd="0" destOrd="0" presId="urn:microsoft.com/office/officeart/2005/8/layout/hierarchy2"/>
    <dgm:cxn modelId="{958C9E1B-FB83-4765-A2C5-B45E473621AC}" type="presParOf" srcId="{3765FF78-543C-41AB-9826-3CE4B6B2159C}" destId="{008E2AD8-8156-4922-B0AF-AD5E06C846D3}" srcOrd="1" destOrd="0" presId="urn:microsoft.com/office/officeart/2005/8/layout/hierarchy2"/>
    <dgm:cxn modelId="{B41BAFE8-0E4B-4B16-A8B9-027F99939C94}" type="presParOf" srcId="{008E2AD8-8156-4922-B0AF-AD5E06C846D3}" destId="{821A0C75-BCF4-46CB-B00E-CEAE66C53157}" srcOrd="0" destOrd="0" presId="urn:microsoft.com/office/officeart/2005/8/layout/hierarchy2"/>
    <dgm:cxn modelId="{817B36DD-B316-42C0-9E64-C3C3DDF70A7A}" type="presParOf" srcId="{008E2AD8-8156-4922-B0AF-AD5E06C846D3}" destId="{2DF567A4-D774-49C4-AE13-5D9A578CD23C}" srcOrd="1" destOrd="0" presId="urn:microsoft.com/office/officeart/2005/8/layout/hierarchy2"/>
    <dgm:cxn modelId="{B70AA25B-6A9B-42A7-B7A0-F2BEF8C7CF92}" type="presParOf" srcId="{3765FF78-543C-41AB-9826-3CE4B6B2159C}" destId="{69F340AA-1FA1-48F0-9430-F64C034462FD}" srcOrd="2" destOrd="0" presId="urn:microsoft.com/office/officeart/2005/8/layout/hierarchy2"/>
    <dgm:cxn modelId="{364418E4-5435-44DB-BB71-105D2E3112A8}" type="presParOf" srcId="{69F340AA-1FA1-48F0-9430-F64C034462FD}" destId="{4AB4EA24-3A32-4CD4-BC2F-F92C0AF58CF2}" srcOrd="0" destOrd="0" presId="urn:microsoft.com/office/officeart/2005/8/layout/hierarchy2"/>
    <dgm:cxn modelId="{471F0775-0CDB-4436-8857-0CEA819EB2CF}" type="presParOf" srcId="{3765FF78-543C-41AB-9826-3CE4B6B2159C}" destId="{10EC4632-18D7-4CF3-9A99-DEE281DCC0A7}" srcOrd="3" destOrd="0" presId="urn:microsoft.com/office/officeart/2005/8/layout/hierarchy2"/>
    <dgm:cxn modelId="{D2C27BE6-A8D7-48D6-B360-15FFD7342DEF}" type="presParOf" srcId="{10EC4632-18D7-4CF3-9A99-DEE281DCC0A7}" destId="{A8822512-047A-4AFC-B805-3128A2F33841}" srcOrd="0" destOrd="0" presId="urn:microsoft.com/office/officeart/2005/8/layout/hierarchy2"/>
    <dgm:cxn modelId="{F507E561-528A-442A-B603-17BF3FAD31F1}" type="presParOf" srcId="{10EC4632-18D7-4CF3-9A99-DEE281DCC0A7}" destId="{CF17F760-1B89-4455-8EDB-83CFB0BFB64A}" srcOrd="1" destOrd="0" presId="urn:microsoft.com/office/officeart/2005/8/layout/hierarchy2"/>
    <dgm:cxn modelId="{97CD94B3-1778-44D1-975F-414E8DC764CA}" type="presParOf" srcId="{300F5F06-DDB0-406A-97AB-27929F2C8C59}" destId="{BE13E265-1AFD-49C0-9547-C7B77E4421E4}" srcOrd="2" destOrd="0" presId="urn:microsoft.com/office/officeart/2005/8/layout/hierarchy2"/>
    <dgm:cxn modelId="{495FADA0-E7E1-425E-8935-DD5691E89ADD}" type="presParOf" srcId="{BE13E265-1AFD-49C0-9547-C7B77E4421E4}" destId="{888E32EE-04F2-4F7A-8EF1-876F5D847255}" srcOrd="0" destOrd="0" presId="urn:microsoft.com/office/officeart/2005/8/layout/hierarchy2"/>
    <dgm:cxn modelId="{AB0EEEC9-1A0C-40BC-A730-488F0B149AAD}" type="presParOf" srcId="{300F5F06-DDB0-406A-97AB-27929F2C8C59}" destId="{6209D8C8-AB45-40B4-871F-008650F4D8CC}" srcOrd="3" destOrd="0" presId="urn:microsoft.com/office/officeart/2005/8/layout/hierarchy2"/>
    <dgm:cxn modelId="{353AD211-A0F7-4310-8EFC-9909B41F8334}" type="presParOf" srcId="{6209D8C8-AB45-40B4-871F-008650F4D8CC}" destId="{FB397B62-003C-4B2E-8FC2-DB2EDD9583CE}" srcOrd="0" destOrd="0" presId="urn:microsoft.com/office/officeart/2005/8/layout/hierarchy2"/>
    <dgm:cxn modelId="{54B6E662-0644-49F9-91C7-3E7E49578AD1}" type="presParOf" srcId="{6209D8C8-AB45-40B4-871F-008650F4D8CC}" destId="{21BB1E81-C308-4EA0-8504-8A2430B1FEBA}" srcOrd="1" destOrd="0" presId="urn:microsoft.com/office/officeart/2005/8/layout/hierarchy2"/>
    <dgm:cxn modelId="{75676721-896C-4705-9F4B-F9817C4129FC}" type="presParOf" srcId="{21BB1E81-C308-4EA0-8504-8A2430B1FEBA}" destId="{2FBEDD11-918C-4540-BF1B-B5EE510E2FB9}" srcOrd="0" destOrd="0" presId="urn:microsoft.com/office/officeart/2005/8/layout/hierarchy2"/>
    <dgm:cxn modelId="{ACC91E18-3C43-4E26-AB2E-06991FAB137B}" type="presParOf" srcId="{2FBEDD11-918C-4540-BF1B-B5EE510E2FB9}" destId="{C973AAFF-F204-4EA4-9663-2D63E3163094}" srcOrd="0" destOrd="0" presId="urn:microsoft.com/office/officeart/2005/8/layout/hierarchy2"/>
    <dgm:cxn modelId="{CDBC8109-6ECC-413F-BD03-989D40CC4267}" type="presParOf" srcId="{21BB1E81-C308-4EA0-8504-8A2430B1FEBA}" destId="{C6DB8569-AF9F-4140-A8CC-B9616AF90715}" srcOrd="1" destOrd="0" presId="urn:microsoft.com/office/officeart/2005/8/layout/hierarchy2"/>
    <dgm:cxn modelId="{252F2ABA-22DF-4F76-91EB-653BFD4E3A8D}" type="presParOf" srcId="{C6DB8569-AF9F-4140-A8CC-B9616AF90715}" destId="{B07D54DC-DE19-42CF-B536-4A5B62B8EC37}" srcOrd="0" destOrd="0" presId="urn:microsoft.com/office/officeart/2005/8/layout/hierarchy2"/>
    <dgm:cxn modelId="{5A743A32-09B1-469A-810B-95E8239FE03F}" type="presParOf" srcId="{C6DB8569-AF9F-4140-A8CC-B9616AF90715}" destId="{C9D1357D-EC60-4E92-AE97-2C7DE8D4EC46}" srcOrd="1" destOrd="0" presId="urn:microsoft.com/office/officeart/2005/8/layout/hierarchy2"/>
    <dgm:cxn modelId="{0697273B-1320-48FC-9DEF-8C3FCB3C749D}" type="presParOf" srcId="{21BB1E81-C308-4EA0-8504-8A2430B1FEBA}" destId="{4F39FDB4-403C-4B3F-A9DB-28FD201C6FFE}" srcOrd="2" destOrd="0" presId="urn:microsoft.com/office/officeart/2005/8/layout/hierarchy2"/>
    <dgm:cxn modelId="{0F9E879D-46AD-4E71-A71B-023D423D2652}" type="presParOf" srcId="{4F39FDB4-403C-4B3F-A9DB-28FD201C6FFE}" destId="{AF107889-BA2D-4F44-8743-FF08FCE382C3}" srcOrd="0" destOrd="0" presId="urn:microsoft.com/office/officeart/2005/8/layout/hierarchy2"/>
    <dgm:cxn modelId="{9849B36D-523D-4C86-8664-9A1C64ABC9CB}" type="presParOf" srcId="{21BB1E81-C308-4EA0-8504-8A2430B1FEBA}" destId="{968D635B-05B0-4944-AB70-AFD49D931906}" srcOrd="3" destOrd="0" presId="urn:microsoft.com/office/officeart/2005/8/layout/hierarchy2"/>
    <dgm:cxn modelId="{5E67F1F0-0168-400C-8582-41AD78D881BA}" type="presParOf" srcId="{968D635B-05B0-4944-AB70-AFD49D931906}" destId="{9324B6F3-F1F2-4310-8163-BFBEF6FA844A}" srcOrd="0" destOrd="0" presId="urn:microsoft.com/office/officeart/2005/8/layout/hierarchy2"/>
    <dgm:cxn modelId="{99F2B23D-BD52-4E99-A32B-CED77453703C}" type="presParOf" srcId="{968D635B-05B0-4944-AB70-AFD49D931906}" destId="{6EE385C1-2B81-4A31-ADE0-321F0AEA3F1A}" srcOrd="1" destOrd="0" presId="urn:microsoft.com/office/officeart/2005/8/layout/hierarchy2"/>
    <dgm:cxn modelId="{301CE7B7-83F7-471C-B216-7A640C09F8B4}" type="presParOf" srcId="{21BB1E81-C308-4EA0-8504-8A2430B1FEBA}" destId="{17F57621-70BB-4E58-BD06-D56A0C9E6E04}" srcOrd="4" destOrd="0" presId="urn:microsoft.com/office/officeart/2005/8/layout/hierarchy2"/>
    <dgm:cxn modelId="{C4420B5D-1F86-4D8A-A764-D92ADA643F09}" type="presParOf" srcId="{17F57621-70BB-4E58-BD06-D56A0C9E6E04}" destId="{AC147661-6E9C-4555-9D9A-57FCB51B12A7}" srcOrd="0" destOrd="0" presId="urn:microsoft.com/office/officeart/2005/8/layout/hierarchy2"/>
    <dgm:cxn modelId="{51BCB327-32BC-4574-9001-5F04558C75BD}" type="presParOf" srcId="{21BB1E81-C308-4EA0-8504-8A2430B1FEBA}" destId="{4067F438-FBF7-4512-899E-D8127412DD3E}" srcOrd="5" destOrd="0" presId="urn:microsoft.com/office/officeart/2005/8/layout/hierarchy2"/>
    <dgm:cxn modelId="{0FA79580-6315-4F07-8CD8-1F5CEF2C6326}" type="presParOf" srcId="{4067F438-FBF7-4512-899E-D8127412DD3E}" destId="{23C437E9-5EFD-4411-964A-584179DA5A49}" srcOrd="0" destOrd="0" presId="urn:microsoft.com/office/officeart/2005/8/layout/hierarchy2"/>
    <dgm:cxn modelId="{803D9448-E6A8-49DF-A882-310C4D4FE2F5}" type="presParOf" srcId="{4067F438-FBF7-4512-899E-D8127412DD3E}" destId="{6268607B-767B-4087-A9A1-05B89AAB01F7}" srcOrd="1" destOrd="0" presId="urn:microsoft.com/office/officeart/2005/8/layout/hierarchy2"/>
    <dgm:cxn modelId="{41074B17-7174-43E0-979B-4F244A79F6C5}" type="presParOf" srcId="{6268607B-767B-4087-A9A1-05B89AAB01F7}" destId="{8A78A24F-76B1-4575-8AE0-1D114216B696}" srcOrd="0" destOrd="0" presId="urn:microsoft.com/office/officeart/2005/8/layout/hierarchy2"/>
    <dgm:cxn modelId="{3F8C3AF5-CFFA-4235-8F96-8F067F1B74CB}" type="presParOf" srcId="{8A78A24F-76B1-4575-8AE0-1D114216B696}" destId="{2FCBFF49-5E4F-439F-B880-CCFB44E09431}" srcOrd="0" destOrd="0" presId="urn:microsoft.com/office/officeart/2005/8/layout/hierarchy2"/>
    <dgm:cxn modelId="{55E0707F-192E-470C-A35C-CA604B8821A7}" type="presParOf" srcId="{6268607B-767B-4087-A9A1-05B89AAB01F7}" destId="{BD04E561-3E4E-4ABB-B372-B8EBAC6804CE}" srcOrd="1" destOrd="0" presId="urn:microsoft.com/office/officeart/2005/8/layout/hierarchy2"/>
    <dgm:cxn modelId="{780D6FA8-8ACA-4993-8EF8-E820DD884340}" type="presParOf" srcId="{BD04E561-3E4E-4ABB-B372-B8EBAC6804CE}" destId="{6E8874F3-1BE9-455B-AB65-A3F17BB6E6F3}" srcOrd="0" destOrd="0" presId="urn:microsoft.com/office/officeart/2005/8/layout/hierarchy2"/>
    <dgm:cxn modelId="{5BD47733-3D5C-4AB2-870B-43EEF9B3B479}" type="presParOf" srcId="{BD04E561-3E4E-4ABB-B372-B8EBAC6804CE}" destId="{2CC67D81-149C-4099-91EE-B8A20E3A91AA}" srcOrd="1" destOrd="0" presId="urn:microsoft.com/office/officeart/2005/8/layout/hierarchy2"/>
    <dgm:cxn modelId="{1EF9DB4B-8E47-43A8-B979-4C9329C5A313}" type="presParOf" srcId="{6268607B-767B-4087-A9A1-05B89AAB01F7}" destId="{5EF92202-840B-419F-8040-C47D91F4B4ED}" srcOrd="2" destOrd="0" presId="urn:microsoft.com/office/officeart/2005/8/layout/hierarchy2"/>
    <dgm:cxn modelId="{0D879A85-D556-4943-BB72-F259E56490C7}" type="presParOf" srcId="{5EF92202-840B-419F-8040-C47D91F4B4ED}" destId="{AFDA104D-46F1-4BC0-97F5-42784429E83C}" srcOrd="0" destOrd="0" presId="urn:microsoft.com/office/officeart/2005/8/layout/hierarchy2"/>
    <dgm:cxn modelId="{94A7455A-3FC8-4DAF-91E4-936910BA003E}" type="presParOf" srcId="{6268607B-767B-4087-A9A1-05B89AAB01F7}" destId="{E589BE32-B5E6-4E7D-B79C-BCCB5E21618F}" srcOrd="3" destOrd="0" presId="urn:microsoft.com/office/officeart/2005/8/layout/hierarchy2"/>
    <dgm:cxn modelId="{041412B2-8A4C-404C-8EB3-0F5F12201C84}" type="presParOf" srcId="{E589BE32-B5E6-4E7D-B79C-BCCB5E21618F}" destId="{EF38CBE6-BB74-4090-8CFE-0AA028293D1B}" srcOrd="0" destOrd="0" presId="urn:microsoft.com/office/officeart/2005/8/layout/hierarchy2"/>
    <dgm:cxn modelId="{8F81C657-7F3E-4872-B72B-1F84B3D2E422}" type="presParOf" srcId="{E589BE32-B5E6-4E7D-B79C-BCCB5E21618F}" destId="{13253639-52CF-4048-AF13-4E983F04307B}" srcOrd="1" destOrd="0" presId="urn:microsoft.com/office/officeart/2005/8/layout/hierarchy2"/>
    <dgm:cxn modelId="{5A12803D-0654-4925-B599-5E73A66E34DF}" type="presParOf" srcId="{6268607B-767B-4087-A9A1-05B89AAB01F7}" destId="{702D4A5D-6693-4438-8843-E13675281402}" srcOrd="4" destOrd="0" presId="urn:microsoft.com/office/officeart/2005/8/layout/hierarchy2"/>
    <dgm:cxn modelId="{AA0F5B82-4517-4793-BF75-AE670488DB15}" type="presParOf" srcId="{702D4A5D-6693-4438-8843-E13675281402}" destId="{024445BB-A545-4271-8157-0944166F6B28}" srcOrd="0" destOrd="0" presId="urn:microsoft.com/office/officeart/2005/8/layout/hierarchy2"/>
    <dgm:cxn modelId="{2CFA5BA8-0290-4B0E-A361-95B47A51C162}" type="presParOf" srcId="{6268607B-767B-4087-A9A1-05B89AAB01F7}" destId="{2509F764-4C0C-462D-975E-41A694861564}" srcOrd="5" destOrd="0" presId="urn:microsoft.com/office/officeart/2005/8/layout/hierarchy2"/>
    <dgm:cxn modelId="{B35B9A79-6827-4B20-A5AD-1AEB83FEA31F}" type="presParOf" srcId="{2509F764-4C0C-462D-975E-41A694861564}" destId="{00154981-F938-4427-9B62-B550C4126480}" srcOrd="0" destOrd="0" presId="urn:microsoft.com/office/officeart/2005/8/layout/hierarchy2"/>
    <dgm:cxn modelId="{EF2856F0-856A-48F4-8B28-238BD859D789}" type="presParOf" srcId="{2509F764-4C0C-462D-975E-41A694861564}" destId="{5E1C6BAF-E163-4C82-925C-56A723A6AB8F}" srcOrd="1" destOrd="0" presId="urn:microsoft.com/office/officeart/2005/8/layout/hierarchy2"/>
    <dgm:cxn modelId="{B2D17D53-C91D-4FB4-A86B-445455398400}" type="presParOf" srcId="{21BB1E81-C308-4EA0-8504-8A2430B1FEBA}" destId="{7D8C17DB-9911-4481-8763-6BDCF9862F77}" srcOrd="6" destOrd="0" presId="urn:microsoft.com/office/officeart/2005/8/layout/hierarchy2"/>
    <dgm:cxn modelId="{5E7CEB1C-EBA3-4045-B04C-C567DFC5C98A}" type="presParOf" srcId="{7D8C17DB-9911-4481-8763-6BDCF9862F77}" destId="{CB259330-6019-4983-923B-E416BB193538}" srcOrd="0" destOrd="0" presId="urn:microsoft.com/office/officeart/2005/8/layout/hierarchy2"/>
    <dgm:cxn modelId="{D8DBA9AB-283D-441A-986E-A49FE9FE011B}" type="presParOf" srcId="{21BB1E81-C308-4EA0-8504-8A2430B1FEBA}" destId="{E288C038-7F31-4242-A91F-517B5EC9FDBD}" srcOrd="7" destOrd="0" presId="urn:microsoft.com/office/officeart/2005/8/layout/hierarchy2"/>
    <dgm:cxn modelId="{FC9D4469-B170-4CA7-91BB-84905309CB4F}" type="presParOf" srcId="{E288C038-7F31-4242-A91F-517B5EC9FDBD}" destId="{F8592C6E-BDFD-476C-8F09-AC554CE33AC3}" srcOrd="0" destOrd="0" presId="urn:microsoft.com/office/officeart/2005/8/layout/hierarchy2"/>
    <dgm:cxn modelId="{EC4412E6-E643-41F2-BA47-773E26A1C32E}" type="presParOf" srcId="{E288C038-7F31-4242-A91F-517B5EC9FDBD}" destId="{3433EB4D-07F2-4FB6-B302-2BDA683C57F6}" srcOrd="1" destOrd="0" presId="urn:microsoft.com/office/officeart/2005/8/layout/hierarchy2"/>
    <dgm:cxn modelId="{595D7F7E-DB4C-4A94-8AC1-82D9E9095538}" type="presParOf" srcId="{300F5F06-DDB0-406A-97AB-27929F2C8C59}" destId="{39560EBA-B43D-4E28-A602-682948A7DAAE}" srcOrd="4" destOrd="0" presId="urn:microsoft.com/office/officeart/2005/8/layout/hierarchy2"/>
    <dgm:cxn modelId="{455F5852-225E-4479-8950-8C5D9BF1C61D}" type="presParOf" srcId="{39560EBA-B43D-4E28-A602-682948A7DAAE}" destId="{2413AB96-AAD1-4177-A1F0-20BCC0732DC9}" srcOrd="0" destOrd="0" presId="urn:microsoft.com/office/officeart/2005/8/layout/hierarchy2"/>
    <dgm:cxn modelId="{6EDEB560-030A-4E5E-8138-18BEE8BF2015}" type="presParOf" srcId="{300F5F06-DDB0-406A-97AB-27929F2C8C59}" destId="{C286458A-0CB1-4E29-A81E-2C3FF83404BE}" srcOrd="5" destOrd="0" presId="urn:microsoft.com/office/officeart/2005/8/layout/hierarchy2"/>
    <dgm:cxn modelId="{94A52DE9-208D-4282-8F8C-100D7C5679F3}" type="presParOf" srcId="{C286458A-0CB1-4E29-A81E-2C3FF83404BE}" destId="{04B3D9A7-CBBB-4ECC-86C7-D9C68FD4089C}" srcOrd="0" destOrd="0" presId="urn:microsoft.com/office/officeart/2005/8/layout/hierarchy2"/>
    <dgm:cxn modelId="{11511AD3-54DD-4538-97A5-EACDDAE98FE2}" type="presParOf" srcId="{C286458A-0CB1-4E29-A81E-2C3FF83404BE}" destId="{00833070-203B-44B5-BEA6-E7AE4A1C0CDF}" srcOrd="1" destOrd="0" presId="urn:microsoft.com/office/officeart/2005/8/layout/hierarchy2"/>
    <dgm:cxn modelId="{919E7019-E8BC-4152-B766-ED4232AC0461}" type="presParOf" srcId="{300F5F06-DDB0-406A-97AB-27929F2C8C59}" destId="{40F3A87E-7DAB-4511-90E2-9912598047F0}" srcOrd="6" destOrd="0" presId="urn:microsoft.com/office/officeart/2005/8/layout/hierarchy2"/>
    <dgm:cxn modelId="{79A693E9-ACC4-491C-A3A5-5B1FFCE10C1B}" type="presParOf" srcId="{40F3A87E-7DAB-4511-90E2-9912598047F0}" destId="{D9F06B02-39F8-42FA-A14B-B35CDAD9985D}" srcOrd="0" destOrd="0" presId="urn:microsoft.com/office/officeart/2005/8/layout/hierarchy2"/>
    <dgm:cxn modelId="{9B71965F-93A3-4641-B5BF-BF2B9DC8CE65}" type="presParOf" srcId="{300F5F06-DDB0-406A-97AB-27929F2C8C59}" destId="{CF79112C-CC52-4FEB-888C-677FDD3E140E}" srcOrd="7" destOrd="0" presId="urn:microsoft.com/office/officeart/2005/8/layout/hierarchy2"/>
    <dgm:cxn modelId="{EB5104C4-FFC6-4272-92FA-7BEF1FC35026}" type="presParOf" srcId="{CF79112C-CC52-4FEB-888C-677FDD3E140E}" destId="{CFA81132-D090-4AFC-B8C2-EBA8CF8997AA}" srcOrd="0" destOrd="0" presId="urn:microsoft.com/office/officeart/2005/8/layout/hierarchy2"/>
    <dgm:cxn modelId="{63B13B71-47DB-4166-B024-72BB525544F1}" type="presParOf" srcId="{CF79112C-CC52-4FEB-888C-677FDD3E140E}" destId="{FD4A17F7-E62A-44C7-83FA-9B4BC9D43BB6}" srcOrd="1" destOrd="0" presId="urn:microsoft.com/office/officeart/2005/8/layout/hierarchy2"/>
    <dgm:cxn modelId="{E6649171-C916-4F00-A7A2-085F659FF165}" type="presParOf" srcId="{FD4A17F7-E62A-44C7-83FA-9B4BC9D43BB6}" destId="{A53F7156-31BC-4DDD-890E-092DAF727FDC}" srcOrd="0" destOrd="0" presId="urn:microsoft.com/office/officeart/2005/8/layout/hierarchy2"/>
    <dgm:cxn modelId="{9F2D5038-F031-464B-9DDE-B33729C5371A}" type="presParOf" srcId="{A53F7156-31BC-4DDD-890E-092DAF727FDC}" destId="{3B5A20CE-81F6-4E90-BBAC-93B7D469DE26}" srcOrd="0" destOrd="0" presId="urn:microsoft.com/office/officeart/2005/8/layout/hierarchy2"/>
    <dgm:cxn modelId="{D3131960-CA96-4D6D-AAD2-4F1BA796560E}" type="presParOf" srcId="{FD4A17F7-E62A-44C7-83FA-9B4BC9D43BB6}" destId="{E46B55BA-4A4E-45EE-86D1-8D678DCE0C70}" srcOrd="1" destOrd="0" presId="urn:microsoft.com/office/officeart/2005/8/layout/hierarchy2"/>
    <dgm:cxn modelId="{F57CEAF8-5AC6-47D1-9A76-6FEB542D16B5}" type="presParOf" srcId="{E46B55BA-4A4E-45EE-86D1-8D678DCE0C70}" destId="{9F2E5271-C26A-4BD8-9987-543592DDDD68}" srcOrd="0" destOrd="0" presId="urn:microsoft.com/office/officeart/2005/8/layout/hierarchy2"/>
    <dgm:cxn modelId="{A7753EE3-26B7-4774-90BE-4BADD15F8BD2}" type="presParOf" srcId="{E46B55BA-4A4E-45EE-86D1-8D678DCE0C70}" destId="{C3886E86-CFEC-4DBE-B6D9-F9C1AA260FEF}" srcOrd="1" destOrd="0" presId="urn:microsoft.com/office/officeart/2005/8/layout/hierarchy2"/>
    <dgm:cxn modelId="{58CB2081-8046-4412-87C2-DB35EF2A2E82}" type="presParOf" srcId="{FD4A17F7-E62A-44C7-83FA-9B4BC9D43BB6}" destId="{7FF89BEB-9BBE-4345-A9D3-A3ECE1FBDB78}" srcOrd="2" destOrd="0" presId="urn:microsoft.com/office/officeart/2005/8/layout/hierarchy2"/>
    <dgm:cxn modelId="{0992B260-9300-46D0-80F9-A23E3A6F0849}" type="presParOf" srcId="{7FF89BEB-9BBE-4345-A9D3-A3ECE1FBDB78}" destId="{056D8338-0B1D-4F4F-A9FB-572368DFC950}" srcOrd="0" destOrd="0" presId="urn:microsoft.com/office/officeart/2005/8/layout/hierarchy2"/>
    <dgm:cxn modelId="{3DD1BDDB-6A5E-4D3B-AF47-1512E6BF3C34}" type="presParOf" srcId="{FD4A17F7-E62A-44C7-83FA-9B4BC9D43BB6}" destId="{4302F5E3-29E6-4F07-A27A-AD694F7A815D}" srcOrd="3" destOrd="0" presId="urn:microsoft.com/office/officeart/2005/8/layout/hierarchy2"/>
    <dgm:cxn modelId="{25106E6E-07C5-48F6-97F0-4AEEABC704DD}" type="presParOf" srcId="{4302F5E3-29E6-4F07-A27A-AD694F7A815D}" destId="{1CE23837-AB6F-421F-BF6B-4661D4FFC277}" srcOrd="0" destOrd="0" presId="urn:microsoft.com/office/officeart/2005/8/layout/hierarchy2"/>
    <dgm:cxn modelId="{16D1FEED-640F-4441-A399-D0FE9EDD9588}" type="presParOf" srcId="{4302F5E3-29E6-4F07-A27A-AD694F7A815D}" destId="{DA458486-0709-4186-A84B-DA16CFE50BED}" srcOrd="1" destOrd="0" presId="urn:microsoft.com/office/officeart/2005/8/layout/hierarchy2"/>
    <dgm:cxn modelId="{0D49B8E3-39C5-4EA6-8809-6408AF428B0E}" type="presParOf" srcId="{FF787163-9073-4CF3-9E63-04851F65B239}" destId="{2939878A-0E6E-4CBD-93C5-D0232C854271}" srcOrd="1" destOrd="0" presId="urn:microsoft.com/office/officeart/2005/8/layout/hierarchy2"/>
    <dgm:cxn modelId="{DCBA0330-7BBC-43D5-8492-D6A6B0AFB296}" type="presParOf" srcId="{2939878A-0E6E-4CBD-93C5-D0232C854271}" destId="{3CC7FD9C-A9F1-4EDA-8DC2-B598B3DFE13B}" srcOrd="0" destOrd="0" presId="urn:microsoft.com/office/officeart/2005/8/layout/hierarchy2"/>
    <dgm:cxn modelId="{650BDF19-7625-4CD5-8587-77215C4A7B6C}" type="presParOf" srcId="{2939878A-0E6E-4CBD-93C5-D0232C854271}" destId="{C6C996BA-44F4-466B-9025-EE084808C65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D09B2-B1B9-4919-B850-44F066CBAABF}">
      <dsp:nvSpPr>
        <dsp:cNvPr id="0" name=""/>
        <dsp:cNvSpPr/>
      </dsp:nvSpPr>
      <dsp:spPr>
        <a:xfrm>
          <a:off x="8971" y="167763"/>
          <a:ext cx="2639380" cy="14297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solidFill>
                <a:schemeClr val="bg1"/>
              </a:solidFill>
            </a:rPr>
            <a:t>inclusive cross sections and branch ratios</a:t>
          </a:r>
          <a:endParaRPr lang="zh-CN" altLang="en-US" sz="1800" b="1" kern="1200" dirty="0">
            <a:solidFill>
              <a:schemeClr val="bg1"/>
            </a:solidFill>
          </a:endParaRPr>
        </a:p>
      </dsp:txBody>
      <dsp:txXfrm>
        <a:off x="50848" y="209640"/>
        <a:ext cx="2555626" cy="1346019"/>
      </dsp:txXfrm>
    </dsp:sp>
    <dsp:sp modelId="{0539CDB7-9496-43C4-A3B0-78D8F46573BD}">
      <dsp:nvSpPr>
        <dsp:cNvPr id="0" name=""/>
        <dsp:cNvSpPr/>
      </dsp:nvSpPr>
      <dsp:spPr>
        <a:xfrm>
          <a:off x="2769676" y="732206"/>
          <a:ext cx="257209" cy="300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2769676" y="792383"/>
        <a:ext cx="180046" cy="180532"/>
      </dsp:txXfrm>
    </dsp:sp>
    <dsp:sp modelId="{FECD7956-B13C-4A97-9439-17B844FFA08D}">
      <dsp:nvSpPr>
        <dsp:cNvPr id="0" name=""/>
        <dsp:cNvSpPr/>
      </dsp:nvSpPr>
      <dsp:spPr>
        <a:xfrm>
          <a:off x="3133652" y="71313"/>
          <a:ext cx="3512836" cy="1622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solidFill>
                <a:schemeClr val="bg1"/>
              </a:solidFill>
            </a:rPr>
            <a:t>SM Higgs boson </a:t>
          </a:r>
          <a:r>
            <a:rPr lang="en-US" altLang="zh-CN" sz="1800" b="1" kern="1200" dirty="0">
              <a:solidFill>
                <a:srgbClr val="FFFF00"/>
              </a:solidFill>
            </a:rPr>
            <a:t>kinematic template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solidFill>
                <a:schemeClr val="bg1"/>
              </a:solidFill>
            </a:rPr>
            <a:t>+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solidFill>
                <a:srgbClr val="FFFF00"/>
              </a:solidFill>
            </a:rPr>
            <a:t>modification factors </a:t>
          </a:r>
          <a:endParaRPr lang="zh-CN" altLang="en-US" sz="2000" b="1" kern="1200" dirty="0">
            <a:solidFill>
              <a:srgbClr val="FFFF00"/>
            </a:solidFill>
          </a:endParaRPr>
        </a:p>
      </dsp:txBody>
      <dsp:txXfrm>
        <a:off x="3181178" y="118839"/>
        <a:ext cx="3417784" cy="1527621"/>
      </dsp:txXfrm>
    </dsp:sp>
    <dsp:sp modelId="{1E72DD51-DC61-4BBA-B3F2-D9E9CA4F9088}">
      <dsp:nvSpPr>
        <dsp:cNvPr id="0" name=""/>
        <dsp:cNvSpPr/>
      </dsp:nvSpPr>
      <dsp:spPr>
        <a:xfrm>
          <a:off x="6767813" y="732206"/>
          <a:ext cx="257209" cy="300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6767813" y="792383"/>
        <a:ext cx="180046" cy="180532"/>
      </dsp:txXfrm>
    </dsp:sp>
    <dsp:sp modelId="{1DF91468-2052-4ABC-8E6F-B850BB2F1F52}">
      <dsp:nvSpPr>
        <dsp:cNvPr id="0" name=""/>
        <dsp:cNvSpPr/>
      </dsp:nvSpPr>
      <dsp:spPr>
        <a:xfrm>
          <a:off x="7131789" y="75871"/>
          <a:ext cx="1213251" cy="161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zh-CN" sz="18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zh-CN" altLang="en-US" sz="18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𝝌</m:t>
                  </m:r>
                </m:e>
                <m:sup>
                  <m:r>
                    <a:rPr lang="en-US" altLang="zh-CN" sz="18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𝟐</m:t>
                  </m:r>
                </m:sup>
              </m:sSup>
            </m:oMath>
          </a14:m>
          <a:r>
            <a:rPr lang="en-US" altLang="zh-CN" sz="1800" b="1" kern="1200" dirty="0">
              <a:solidFill>
                <a:schemeClr val="bg1"/>
              </a:solidFill>
            </a:rPr>
            <a:t> of different </a:t>
          </a:r>
          <a:r>
            <a:rPr lang="en-US" altLang="zh-CN" sz="1800" b="1" kern="1200" dirty="0"/>
            <a:t>bins</a:t>
          </a:r>
          <a:endParaRPr lang="zh-CN" altLang="en-US" sz="1800" b="1" kern="1200" dirty="0"/>
        </a:p>
      </dsp:txBody>
      <dsp:txXfrm>
        <a:off x="7167324" y="111406"/>
        <a:ext cx="1142181" cy="1542487"/>
      </dsp:txXfrm>
    </dsp:sp>
    <dsp:sp modelId="{2BC5D2FD-EB31-4A1C-AE29-D5F4BD1C3D35}">
      <dsp:nvSpPr>
        <dsp:cNvPr id="0" name=""/>
        <dsp:cNvSpPr/>
      </dsp:nvSpPr>
      <dsp:spPr>
        <a:xfrm>
          <a:off x="8466365" y="732206"/>
          <a:ext cx="257209" cy="300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8466365" y="792383"/>
        <a:ext cx="180046" cy="180532"/>
      </dsp:txXfrm>
    </dsp:sp>
    <dsp:sp modelId="{F0C66451-18D1-4E99-A0F9-234B8C6081A7}">
      <dsp:nvSpPr>
        <dsp:cNvPr id="0" name=""/>
        <dsp:cNvSpPr/>
      </dsp:nvSpPr>
      <dsp:spPr>
        <a:xfrm>
          <a:off x="8830341" y="75871"/>
          <a:ext cx="1654134" cy="161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/>
            <a:t>Global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zh-CN" sz="16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zh-CN" altLang="en-US" sz="16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𝝌</m:t>
                  </m:r>
                </m:e>
                <m:sup>
                  <m:r>
                    <a:rPr lang="en-US" altLang="zh-CN" sz="1600" b="1" i="1" kern="1200" smtClean="0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m:t>𝟐</m:t>
                  </m:r>
                </m:sup>
              </m:sSup>
            </m:oMath>
          </a14:m>
          <a:r>
            <a:rPr lang="en-US" altLang="zh-CN" sz="1600" b="1" kern="1200" dirty="0">
              <a:solidFill>
                <a:schemeClr val="bg1"/>
              </a:solidFill>
            </a:rPr>
            <a:t> of each measurement</a:t>
          </a:r>
          <a:endParaRPr lang="zh-CN" altLang="en-US" sz="1600" b="1" kern="1200" dirty="0"/>
        </a:p>
      </dsp:txBody>
      <dsp:txXfrm>
        <a:off x="8877600" y="123130"/>
        <a:ext cx="1559616" cy="1519039"/>
      </dsp:txXfrm>
    </dsp:sp>
    <dsp:sp modelId="{FA61EA80-1F5C-4386-A45D-38141DFDF7A5}">
      <dsp:nvSpPr>
        <dsp:cNvPr id="0" name=""/>
        <dsp:cNvSpPr/>
      </dsp:nvSpPr>
      <dsp:spPr>
        <a:xfrm>
          <a:off x="10605801" y="732206"/>
          <a:ext cx="257209" cy="300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10605801" y="792383"/>
        <a:ext cx="180046" cy="180532"/>
      </dsp:txXfrm>
    </dsp:sp>
    <dsp:sp modelId="{8FEFB3B8-6A93-48CE-BE0A-88D763B13B9A}">
      <dsp:nvSpPr>
        <dsp:cNvPr id="0" name=""/>
        <dsp:cNvSpPr/>
      </dsp:nvSpPr>
      <dsp:spPr>
        <a:xfrm>
          <a:off x="10969776" y="75871"/>
          <a:ext cx="1213251" cy="161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kern="1200" dirty="0"/>
            <a:t>Global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zh-CN" sz="2600" b="1" i="1" kern="1200" smtClean="0">
                      <a:solidFill>
                        <a:srgbClr val="FFFF00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zh-CN" altLang="en-US" sz="2600" b="1" i="1" kern="1200" smtClean="0">
                      <a:solidFill>
                        <a:srgbClr val="FFFF00"/>
                      </a:solidFill>
                      <a:latin typeface="Cambria Math" panose="02040503050406030204" pitchFamily="18" charset="0"/>
                    </a:rPr>
                    <m:t>𝝌</m:t>
                  </m:r>
                </m:e>
                <m:sup>
                  <m:r>
                    <a:rPr lang="en-US" altLang="zh-CN" sz="2600" b="1" i="1" kern="1200" smtClean="0">
                      <a:solidFill>
                        <a:srgbClr val="FFFF00"/>
                      </a:solidFill>
                      <a:latin typeface="Cambria Math" panose="02040503050406030204" pitchFamily="18" charset="0"/>
                    </a:rPr>
                    <m:t>𝟐</m:t>
                  </m:r>
                </m:sup>
              </m:sSup>
            </m:oMath>
          </a14:m>
          <a:r>
            <a:rPr lang="en-US" altLang="zh-CN" sz="2600" b="1" kern="1200" dirty="0">
              <a:solidFill>
                <a:srgbClr val="FFFF00"/>
              </a:solidFill>
            </a:rPr>
            <a:t> </a:t>
          </a:r>
          <a:endParaRPr lang="zh-CN" altLang="en-US" sz="2600" kern="1200" dirty="0"/>
        </a:p>
      </dsp:txBody>
      <dsp:txXfrm>
        <a:off x="11005311" y="111406"/>
        <a:ext cx="1142181" cy="1542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C6FBA-5DCA-431D-B374-2FF46F98C336}">
      <dsp:nvSpPr>
        <dsp:cNvPr id="0" name=""/>
        <dsp:cNvSpPr/>
      </dsp:nvSpPr>
      <dsp:spPr>
        <a:xfrm>
          <a:off x="1857439" y="2208180"/>
          <a:ext cx="2219477" cy="596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/>
            <a:t>LHC 13TeV</a:t>
          </a:r>
          <a:endParaRPr lang="zh-CN" altLang="en-US" sz="1800" kern="1200" dirty="0"/>
        </a:p>
      </dsp:txBody>
      <dsp:txXfrm>
        <a:off x="1874923" y="2225664"/>
        <a:ext cx="2184509" cy="561989"/>
      </dsp:txXfrm>
    </dsp:sp>
    <dsp:sp modelId="{AB818B1A-43F4-4B46-A5E8-8920B73DA87D}">
      <dsp:nvSpPr>
        <dsp:cNvPr id="0" name=""/>
        <dsp:cNvSpPr/>
      </dsp:nvSpPr>
      <dsp:spPr>
        <a:xfrm rot="17180723">
          <a:off x="3349207" y="1522385"/>
          <a:ext cx="2025429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2025429" y="12490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11286" y="1484239"/>
        <a:ext cx="101271" cy="101271"/>
      </dsp:txXfrm>
    </dsp:sp>
    <dsp:sp modelId="{C68509EC-B68B-4D7B-BBCF-0096151788B6}">
      <dsp:nvSpPr>
        <dsp:cNvPr id="0" name=""/>
        <dsp:cNvSpPr/>
      </dsp:nvSpPr>
      <dsp:spPr>
        <a:xfrm>
          <a:off x="4646927" y="337378"/>
          <a:ext cx="1503102" cy="451426"/>
        </a:xfrm>
        <a:prstGeom prst="roundRect">
          <a:avLst/>
        </a:pr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𝑾</m:t>
              </m:r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𝑾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∗</m:t>
                  </m:r>
                </m:sup>
              </m:sSup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zh-CN" altLang="en-US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𝓵</m:t>
              </m:r>
              <m:r>
                <a:rPr lang="zh-CN" altLang="en-US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𝝂</m:t>
              </m:r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𝓵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′</m:t>
                  </m:r>
                </m:sup>
              </m:sSup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𝝂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′</m:t>
                  </m:r>
                </m:sup>
              </m:sSup>
            </m:oMath>
          </a14:m>
          <a:endParaRPr lang="en-US" altLang="zh-CN" sz="105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2007.01984 CMS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4668964" y="359415"/>
        <a:ext cx="1459028" cy="407352"/>
      </dsp:txXfrm>
    </dsp:sp>
    <dsp:sp modelId="{DCE977C0-6DC7-4B39-A74F-E84E168A4AB3}">
      <dsp:nvSpPr>
        <dsp:cNvPr id="0" name=""/>
        <dsp:cNvSpPr/>
      </dsp:nvSpPr>
      <dsp:spPr>
        <a:xfrm rot="19671177">
          <a:off x="6098422" y="371492"/>
          <a:ext cx="673225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673225" y="12490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418204" y="367151"/>
        <a:ext cx="33661" cy="33661"/>
      </dsp:txXfrm>
    </dsp:sp>
    <dsp:sp modelId="{821A0C75-BCF4-46CB-B00E-CEAE66C53157}">
      <dsp:nvSpPr>
        <dsp:cNvPr id="0" name=""/>
        <dsp:cNvSpPr/>
      </dsp:nvSpPr>
      <dsp:spPr>
        <a:xfrm>
          <a:off x="6720040" y="3156"/>
          <a:ext cx="1121438" cy="403431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1903.10052 ATLAS 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6731856" y="14972"/>
        <a:ext cx="1097806" cy="379799"/>
      </dsp:txXfrm>
    </dsp:sp>
    <dsp:sp modelId="{69F340AA-1FA1-48F0-9430-F64C034462FD}">
      <dsp:nvSpPr>
        <dsp:cNvPr id="0" name=""/>
        <dsp:cNvSpPr/>
      </dsp:nvSpPr>
      <dsp:spPr>
        <a:xfrm rot="1446887">
          <a:off x="6122778" y="678178"/>
          <a:ext cx="624512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624512" y="12490"/>
              </a:lnTo>
            </a:path>
          </a:pathLst>
        </a:custGeom>
        <a:noFill/>
        <a:ln w="127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419422" y="675056"/>
        <a:ext cx="31225" cy="31225"/>
      </dsp:txXfrm>
    </dsp:sp>
    <dsp:sp modelId="{A8822512-047A-4AFC-B805-3128A2F33841}">
      <dsp:nvSpPr>
        <dsp:cNvPr id="0" name=""/>
        <dsp:cNvSpPr/>
      </dsp:nvSpPr>
      <dsp:spPr>
        <a:xfrm>
          <a:off x="6720040" y="513465"/>
          <a:ext cx="1579484" cy="609561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ggH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&amp; </a:t>
          </a:r>
          <a:r>
            <a:rPr lang="en-US" altLang="zh-CN" sz="105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VBF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production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𝑾</m:t>
              </m:r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𝑾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∗</m:t>
                  </m:r>
                </m:sup>
              </m:sSup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𝒆</m:t>
              </m:r>
              <m:r>
                <a:rPr lang="zh-CN" altLang="en-US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𝝂𝝁𝝂</m:t>
              </m:r>
            </m:oMath>
          </a14:m>
          <a:endParaRPr lang="en-US" altLang="zh-CN" sz="1050" b="1" i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mbria Math" panose="02040503050406030204" pitchFamily="18" charset="0"/>
            <a:ea typeface="等线" panose="02010600030101010101" pitchFamily="2" charset="-122"/>
            <a:cs typeface="+mn-cs"/>
          </a:endParaRP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1808.09054 ATLAS 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6737893" y="531318"/>
        <a:ext cx="1543778" cy="573855"/>
      </dsp:txXfrm>
    </dsp:sp>
    <dsp:sp modelId="{BE13E265-1AFD-49C0-9547-C7B77E4421E4}">
      <dsp:nvSpPr>
        <dsp:cNvPr id="0" name=""/>
        <dsp:cNvSpPr/>
      </dsp:nvSpPr>
      <dsp:spPr>
        <a:xfrm rot="72526">
          <a:off x="4076853" y="2500182"/>
          <a:ext cx="570137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570137" y="12490"/>
              </a:lnTo>
            </a:path>
          </a:pathLst>
        </a:cu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47668" y="2498419"/>
        <a:ext cx="28506" cy="28506"/>
      </dsp:txXfrm>
    </dsp:sp>
    <dsp:sp modelId="{FB397B62-003C-4B2E-8FC2-DB2EDD9583CE}">
      <dsp:nvSpPr>
        <dsp:cNvPr id="0" name=""/>
        <dsp:cNvSpPr/>
      </dsp:nvSpPr>
      <dsp:spPr>
        <a:xfrm>
          <a:off x="4646927" y="2381951"/>
          <a:ext cx="1425025" cy="273469"/>
        </a:xfrm>
        <a:prstGeom prst="roundRect">
          <a:avLst/>
        </a:prstGeom>
        <a:noFill/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𝒇</m:t>
              </m:r>
              <m:acc>
                <m:accPr>
                  <m:chr m:val="̅"/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accPr>
                <m:e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𝒇</m:t>
                  </m:r>
                </m:e>
              </m:acc>
            </m:oMath>
          </a14:m>
          <a:endParaRPr lang="zh-CN" altLang="en-US" sz="1050" kern="1200" dirty="0"/>
        </a:p>
      </dsp:txBody>
      <dsp:txXfrm>
        <a:off x="4660277" y="2395301"/>
        <a:ext cx="1398325" cy="246769"/>
      </dsp:txXfrm>
    </dsp:sp>
    <dsp:sp modelId="{2FBEDD11-918C-4540-BF1B-B5EE510E2FB9}">
      <dsp:nvSpPr>
        <dsp:cNvPr id="0" name=""/>
        <dsp:cNvSpPr/>
      </dsp:nvSpPr>
      <dsp:spPr>
        <a:xfrm rot="17981351">
          <a:off x="5781532" y="2006309"/>
          <a:ext cx="1150850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1150850" y="12490"/>
              </a:lnTo>
            </a:path>
          </a:pathLst>
        </a:cu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328186" y="1990028"/>
        <a:ext cx="57542" cy="57542"/>
      </dsp:txXfrm>
    </dsp:sp>
    <dsp:sp modelId="{B07D54DC-DE19-42CF-B536-4A5B62B8EC37}">
      <dsp:nvSpPr>
        <dsp:cNvPr id="0" name=""/>
        <dsp:cNvSpPr/>
      </dsp:nvSpPr>
      <dsp:spPr>
        <a:xfrm>
          <a:off x="6641962" y="1229904"/>
          <a:ext cx="1425025" cy="578018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𝝁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−</m:t>
                  </m:r>
                </m:sup>
              </m:sSup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𝝁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+</m:t>
                  </m:r>
                </m:sup>
              </m:sSup>
            </m:oMath>
          </a14:m>
          <a:endParaRPr lang="en-US" altLang="zh-CN" sz="105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2009.04363 CMS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2007.07830 ATLAS 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6658892" y="1246834"/>
        <a:ext cx="1391165" cy="544158"/>
      </dsp:txXfrm>
    </dsp:sp>
    <dsp:sp modelId="{4F39FDB4-403C-4B3F-A9DB-28FD201C6FFE}">
      <dsp:nvSpPr>
        <dsp:cNvPr id="0" name=""/>
        <dsp:cNvSpPr/>
      </dsp:nvSpPr>
      <dsp:spPr>
        <a:xfrm rot="20335550">
          <a:off x="6051523" y="2396369"/>
          <a:ext cx="610867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610867" y="12490"/>
              </a:lnTo>
            </a:path>
          </a:pathLst>
        </a:cu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341686" y="2393588"/>
        <a:ext cx="30543" cy="30543"/>
      </dsp:txXfrm>
    </dsp:sp>
    <dsp:sp modelId="{9324B6F3-F1F2-4310-8163-BFBEF6FA844A}">
      <dsp:nvSpPr>
        <dsp:cNvPr id="0" name=""/>
        <dsp:cNvSpPr/>
      </dsp:nvSpPr>
      <dsp:spPr>
        <a:xfrm>
          <a:off x="6641962" y="1914799"/>
          <a:ext cx="1642341" cy="768466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𝝉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−</m:t>
                  </m:r>
                </m:sup>
              </m:sSup>
              <m:sSup>
                <m:sSupPr>
                  <m:ctrlP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</m:ctrlPr>
                </m:sSupPr>
                <m:e>
                  <m:r>
                    <a:rPr lang="zh-CN" altLang="en-US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𝝉</m:t>
                  </m:r>
                </m:e>
                <m:sup>
                  <m:r>
                    <a:rPr lang="en-US" altLang="zh-CN" sz="1050" b="1" i="1" kern="120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等线" panose="02010600030101010101" pitchFamily="2" charset="-122"/>
                      <a:cs typeface="+mn-cs"/>
                    </a:rPr>
                    <m:t>+</m:t>
                  </m:r>
                </m:sup>
              </m:sSup>
            </m:oMath>
          </a14:m>
          <a:endParaRPr lang="en-US" altLang="zh-CN" sz="105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2110.04836 CMS </a:t>
          </a:r>
          <a:r>
            <a:rPr lang="en-US" altLang="zh-CN" sz="80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(</a:t>
          </a:r>
          <a:r>
            <a:rPr lang="en-US" altLang="zh-CN" sz="80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CP structure</a:t>
          </a:r>
          <a:r>
            <a:rPr lang="en-US" altLang="zh-CN" sz="80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)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2204.12957 CMS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1811.08856 ATLAS  </a:t>
          </a:r>
        </a:p>
      </dsp:txBody>
      <dsp:txXfrm>
        <a:off x="6664470" y="1937307"/>
        <a:ext cx="1597325" cy="723450"/>
      </dsp:txXfrm>
    </dsp:sp>
    <dsp:sp modelId="{17F57621-70BB-4E58-BD06-D56A0C9E6E04}">
      <dsp:nvSpPr>
        <dsp:cNvPr id="0" name=""/>
        <dsp:cNvSpPr/>
      </dsp:nvSpPr>
      <dsp:spPr>
        <a:xfrm rot="2367199">
          <a:off x="5987848" y="2740746"/>
          <a:ext cx="738218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738218" y="12490"/>
              </a:lnTo>
            </a:path>
          </a:pathLst>
        </a:cu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338502" y="2734781"/>
        <a:ext cx="36910" cy="36910"/>
      </dsp:txXfrm>
    </dsp:sp>
    <dsp:sp modelId="{23C437E9-5EFD-4411-964A-584179DA5A49}">
      <dsp:nvSpPr>
        <dsp:cNvPr id="0" name=""/>
        <dsp:cNvSpPr/>
      </dsp:nvSpPr>
      <dsp:spPr>
        <a:xfrm>
          <a:off x="6641962" y="2790143"/>
          <a:ext cx="1425025" cy="395287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𝑯</m:t>
                </m:r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→</m:t>
                </m:r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𝒃</m:t>
                </m:r>
                <m:acc>
                  <m:accPr>
                    <m:chr m:val="̅"/>
                    <m:ctrlP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</m:ctrlPr>
                  </m:accPr>
                  <m:e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𝒃</m:t>
                    </m:r>
                  </m:e>
                </m:acc>
              </m:oMath>
            </m:oMathPara>
          </a14:m>
          <a:endParaRPr lang="en-US" altLang="zh-CN" sz="1050" kern="1200" dirty="0">
            <a:solidFill>
              <a:srgbClr val="FF0000"/>
            </a:solidFill>
          </a:endParaRP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1808.08242 CMS</a:t>
          </a:r>
        </a:p>
      </dsp:txBody>
      <dsp:txXfrm>
        <a:off x="6653540" y="2801721"/>
        <a:ext cx="1401869" cy="372131"/>
      </dsp:txXfrm>
    </dsp:sp>
    <dsp:sp modelId="{8A78A24F-76B1-4575-8AE0-1D114216B696}">
      <dsp:nvSpPr>
        <dsp:cNvPr id="0" name=""/>
        <dsp:cNvSpPr/>
      </dsp:nvSpPr>
      <dsp:spPr>
        <a:xfrm rot="19268275">
          <a:off x="7985972" y="2745638"/>
          <a:ext cx="732041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732041" y="12490"/>
              </a:lnTo>
            </a:path>
          </a:pathLst>
        </a:custGeom>
        <a:noFill/>
        <a:ln w="127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333692" y="2739827"/>
        <a:ext cx="36602" cy="36602"/>
      </dsp:txXfrm>
    </dsp:sp>
    <dsp:sp modelId="{6E8874F3-1BE9-455B-AB65-A3F17BB6E6F3}">
      <dsp:nvSpPr>
        <dsp:cNvPr id="0" name=""/>
        <dsp:cNvSpPr/>
      </dsp:nvSpPr>
      <dsp:spPr>
        <a:xfrm>
          <a:off x="8636998" y="2333910"/>
          <a:ext cx="1425025" cy="389117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+mn-lt"/>
              <a:ea typeface="+mn-ea"/>
              <a:cs typeface="+mn-cs"/>
            </a:rPr>
            <a:t>VBF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 production</a:t>
          </a: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2011.08280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8648395" y="2345307"/>
        <a:ext cx="1402231" cy="366323"/>
      </dsp:txXfrm>
    </dsp:sp>
    <dsp:sp modelId="{5EF92202-840B-419F-8040-C47D91F4B4ED}">
      <dsp:nvSpPr>
        <dsp:cNvPr id="0" name=""/>
        <dsp:cNvSpPr/>
      </dsp:nvSpPr>
      <dsp:spPr>
        <a:xfrm rot="176266">
          <a:off x="8066613" y="2989923"/>
          <a:ext cx="570760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570760" y="12490"/>
              </a:lnTo>
            </a:path>
          </a:pathLst>
        </a:custGeom>
        <a:noFill/>
        <a:ln w="127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337724" y="2988144"/>
        <a:ext cx="28538" cy="28538"/>
      </dsp:txXfrm>
    </dsp:sp>
    <dsp:sp modelId="{EF38CBE6-BB74-4090-8CFE-0AA028293D1B}">
      <dsp:nvSpPr>
        <dsp:cNvPr id="0" name=""/>
        <dsp:cNvSpPr/>
      </dsp:nvSpPr>
      <dsp:spPr>
        <a:xfrm>
          <a:off x="8636998" y="2829905"/>
          <a:ext cx="1425025" cy="374268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ttH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 </a:t>
          </a: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2111.06712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8647960" y="2840867"/>
        <a:ext cx="1403101" cy="352344"/>
      </dsp:txXfrm>
    </dsp:sp>
    <dsp:sp modelId="{702D4A5D-6693-4438-8843-E13675281402}">
      <dsp:nvSpPr>
        <dsp:cNvPr id="0" name=""/>
        <dsp:cNvSpPr/>
      </dsp:nvSpPr>
      <dsp:spPr>
        <a:xfrm rot="2436042">
          <a:off x="7976622" y="3219582"/>
          <a:ext cx="750741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750741" y="12490"/>
              </a:lnTo>
            </a:path>
          </a:pathLst>
        </a:custGeom>
        <a:noFill/>
        <a:ln w="127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333225" y="3213303"/>
        <a:ext cx="37537" cy="37537"/>
      </dsp:txXfrm>
    </dsp:sp>
    <dsp:sp modelId="{00154981-F938-4427-9B62-B550C4126480}">
      <dsp:nvSpPr>
        <dsp:cNvPr id="0" name=""/>
        <dsp:cNvSpPr/>
      </dsp:nvSpPr>
      <dsp:spPr>
        <a:xfrm>
          <a:off x="8636998" y="3311050"/>
          <a:ext cx="1425025" cy="330613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VH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</a:t>
          </a: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2007.02873 ATLAS</a:t>
          </a:r>
        </a:p>
      </dsp:txBody>
      <dsp:txXfrm>
        <a:off x="8646681" y="3320733"/>
        <a:ext cx="1405659" cy="311247"/>
      </dsp:txXfrm>
    </dsp:sp>
    <dsp:sp modelId="{7D8C17DB-9911-4481-8763-6BDCF9862F77}">
      <dsp:nvSpPr>
        <dsp:cNvPr id="0" name=""/>
        <dsp:cNvSpPr/>
      </dsp:nvSpPr>
      <dsp:spPr>
        <a:xfrm rot="3664069">
          <a:off x="5767829" y="3021797"/>
          <a:ext cx="1178256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1178256" y="12490"/>
              </a:lnTo>
            </a:path>
          </a:pathLst>
        </a:custGeom>
        <a:noFill/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327501" y="3004831"/>
        <a:ext cx="58912" cy="58912"/>
      </dsp:txXfrm>
    </dsp:sp>
    <dsp:sp modelId="{F8592C6E-BDFD-476C-8F09-AC554CE33AC3}">
      <dsp:nvSpPr>
        <dsp:cNvPr id="0" name=""/>
        <dsp:cNvSpPr/>
      </dsp:nvSpPr>
      <dsp:spPr>
        <a:xfrm>
          <a:off x="6641962" y="3292308"/>
          <a:ext cx="1425025" cy="51516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𝑯</m:t>
                </m:r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→</m:t>
                </m:r>
                <m:r>
                  <a:rPr lang="en-US" altLang="zh-CN" sz="1050" b="1" i="1" kern="120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+mn-cs"/>
                  </a:rPr>
                  <m:t>𝒄</m:t>
                </m:r>
                <m:acc>
                  <m:accPr>
                    <m:chr m:val="̅"/>
                    <m:ctrlP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</m:ctrlPr>
                  </m:accPr>
                  <m:e>
                    <m:r>
                      <a:rPr lang="en-US" altLang="zh-CN" sz="1050" b="1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+mn-cs"/>
                      </a:rPr>
                      <m:t>𝒄</m:t>
                    </m:r>
                  </m:e>
                </m:acc>
              </m:oMath>
            </m:oMathPara>
          </a14:m>
          <a:endParaRPr lang="en-US" altLang="zh-CN" sz="1050" b="1" i="1" kern="1200" dirty="0">
            <a:solidFill>
              <a:srgbClr val="FF0000"/>
            </a:solidFill>
            <a:latin typeface="Cambria Math" panose="02040503050406030204" pitchFamily="18" charset="0"/>
            <a:ea typeface="等线" panose="02010600030101010101" pitchFamily="2" charset="-122"/>
            <a:cs typeface="+mn-cs"/>
          </a:endParaRP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1912.01662 CMS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ATLAS-CONF-2021-021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6657051" y="3307397"/>
        <a:ext cx="1394847" cy="484982"/>
      </dsp:txXfrm>
    </dsp:sp>
    <dsp:sp modelId="{39560EBA-B43D-4E28-A602-682948A7DAAE}">
      <dsp:nvSpPr>
        <dsp:cNvPr id="0" name=""/>
        <dsp:cNvSpPr/>
      </dsp:nvSpPr>
      <dsp:spPr>
        <a:xfrm rot="2572095">
          <a:off x="3973059" y="2758718"/>
          <a:ext cx="777724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777724" y="124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42478" y="2751765"/>
        <a:ext cx="38886" cy="38886"/>
      </dsp:txXfrm>
    </dsp:sp>
    <dsp:sp modelId="{04B3D9A7-CBBB-4ECC-86C7-D9C68FD4089C}">
      <dsp:nvSpPr>
        <dsp:cNvPr id="0" name=""/>
        <dsp:cNvSpPr/>
      </dsp:nvSpPr>
      <dsp:spPr>
        <a:xfrm>
          <a:off x="4646927" y="2762298"/>
          <a:ext cx="1425025" cy="546917"/>
        </a:xfrm>
        <a:prstGeom prst="roundRect">
          <a:avLst/>
        </a:pr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a typeface="等线" panose="02010600030101010101" pitchFamily="2" charset="-122"/>
              <a:cs typeface="+mn-cs"/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𝑯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→</m:t>
              </m:r>
              <m:r>
                <a:rPr lang="zh-CN" altLang="en-US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𝜸𝜸</m:t>
              </m:r>
            </m:oMath>
          </a14:m>
          <a:br>
            <a:rPr lang="en-US" altLang="zh-CN" sz="1700" b="0" i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等线" panose="02010600030101010101" pitchFamily="2" charset="-122"/>
              <a:cs typeface="+mn-cs"/>
            </a:rPr>
          </a:b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2103.06956 CMS</a:t>
          </a:r>
          <a:b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</a:b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2207.00348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4673625" y="2788996"/>
        <a:ext cx="1371629" cy="493521"/>
      </dsp:txXfrm>
    </dsp:sp>
    <dsp:sp modelId="{40F3A87E-7DAB-4511-90E2-9912598047F0}">
      <dsp:nvSpPr>
        <dsp:cNvPr id="0" name=""/>
        <dsp:cNvSpPr/>
      </dsp:nvSpPr>
      <dsp:spPr>
        <a:xfrm rot="4452721">
          <a:off x="3314411" y="3502162"/>
          <a:ext cx="2095021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2095021" y="12490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4309546" y="3462277"/>
        <a:ext cx="104751" cy="104751"/>
      </dsp:txXfrm>
    </dsp:sp>
    <dsp:sp modelId="{CFA81132-D090-4AFC-B8C2-EBA8CF8997AA}">
      <dsp:nvSpPr>
        <dsp:cNvPr id="0" name=""/>
        <dsp:cNvSpPr/>
      </dsp:nvSpPr>
      <dsp:spPr>
        <a:xfrm>
          <a:off x="4646927" y="4369353"/>
          <a:ext cx="1901867" cy="306587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multilepton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final states</a:t>
          </a:r>
          <a:endParaRPr lang="zh-CN" altLang="en-US" sz="105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4655907" y="4378333"/>
        <a:ext cx="1883907" cy="288627"/>
      </dsp:txXfrm>
    </dsp:sp>
    <dsp:sp modelId="{A53F7156-31BC-4DDD-890E-092DAF727FDC}">
      <dsp:nvSpPr>
        <dsp:cNvPr id="0" name=""/>
        <dsp:cNvSpPr/>
      </dsp:nvSpPr>
      <dsp:spPr>
        <a:xfrm rot="19864712">
          <a:off x="6508185" y="4352685"/>
          <a:ext cx="651229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651229" y="124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817519" y="4348895"/>
        <a:ext cx="32561" cy="32561"/>
      </dsp:txXfrm>
    </dsp:sp>
    <dsp:sp modelId="{9F2E5271-C26A-4BD8-9987-543592DDDD68}">
      <dsp:nvSpPr>
        <dsp:cNvPr id="0" name=""/>
        <dsp:cNvSpPr/>
      </dsp:nvSpPr>
      <dsp:spPr>
        <a:xfrm>
          <a:off x="7118804" y="3914345"/>
          <a:ext cx="1425025" cy="586718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𝟒</m:t>
              </m:r>
              <m:r>
                <a:rPr lang="en-US" altLang="zh-CN" sz="105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ℓ</m:t>
              </m:r>
            </m:oMath>
          </a14:m>
          <a:r>
            <a:rPr lang="en-US" altLang="zh-CN" sz="1050" b="1" i="1" kern="1200" dirty="0">
              <a:solidFill>
                <a:srgbClr val="FF0000"/>
              </a:solidFill>
              <a:latin typeface="Cambria Math" panose="02040503050406030204" pitchFamily="18" charset="0"/>
              <a:ea typeface="等线" panose="02010600030101010101" pitchFamily="2" charset="-122"/>
              <a:cs typeface="+mn-cs"/>
            </a:rPr>
            <a:t> </a:t>
          </a:r>
          <a:r>
            <a:rPr lang="en-US" altLang="zh-CN" sz="105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final states</a:t>
          </a: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2103.04956 CMS</a:t>
          </a:r>
          <a:b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</a:b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2004.03447 ATLAS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7135988" y="3931529"/>
        <a:ext cx="1390657" cy="552350"/>
      </dsp:txXfrm>
    </dsp:sp>
    <dsp:sp modelId="{7FF89BEB-9BBE-4345-A9D3-A3ECE1FBDB78}">
      <dsp:nvSpPr>
        <dsp:cNvPr id="0" name=""/>
        <dsp:cNvSpPr/>
      </dsp:nvSpPr>
      <dsp:spPr>
        <a:xfrm rot="1878996">
          <a:off x="6500190" y="4683555"/>
          <a:ext cx="667218" cy="24980"/>
        </a:xfrm>
        <a:custGeom>
          <a:avLst/>
          <a:gdLst/>
          <a:ahLst/>
          <a:cxnLst/>
          <a:rect l="0" t="0" r="0" b="0"/>
          <a:pathLst>
            <a:path>
              <a:moveTo>
                <a:pt x="0" y="12490"/>
              </a:moveTo>
              <a:lnTo>
                <a:pt x="667218" y="124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817119" y="4679365"/>
        <a:ext cx="33360" cy="33360"/>
      </dsp:txXfrm>
    </dsp:sp>
    <dsp:sp modelId="{1CE23837-AB6F-421F-BF6B-4661D4FFC277}">
      <dsp:nvSpPr>
        <dsp:cNvPr id="0" name=""/>
        <dsp:cNvSpPr/>
      </dsp:nvSpPr>
      <dsp:spPr>
        <a:xfrm>
          <a:off x="7118804" y="4607941"/>
          <a:ext cx="3215755" cy="523005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05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ttH</a:t>
          </a:r>
          <a:r>
            <a:rPr lang="en-US" altLang="zh-CN" sz="105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production </a:t>
          </a: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1803.05485 CMS (</a:t>
          </a:r>
          <a14:m xmlns:a14="http://schemas.microsoft.com/office/drawing/2010/main">
            <m:oMath xmlns:m="http://schemas.openxmlformats.org/officeDocument/2006/math">
              <m:r>
                <a:rPr lang="en-US" altLang="zh-CN" sz="800" b="1" i="1" kern="1200" dirty="0" smtClean="0">
                  <a:solidFill>
                    <a:prstClr val="black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𝐞</m:t>
              </m:r>
            </m:oMath>
          </a14:m>
          <a:r>
            <a:rPr lang="en-US" altLang="zh-CN" sz="80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, </a:t>
          </a:r>
          <a14:m xmlns:a14="http://schemas.microsoft.com/office/drawing/2010/main">
            <m:oMath xmlns:m="http://schemas.openxmlformats.org/officeDocument/2006/math">
              <m:r>
                <a:rPr lang="zh-CN" altLang="en-US" sz="800" b="1" i="1" kern="1200" smtClean="0">
                  <a:solidFill>
                    <a:prstClr val="black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𝛍</m:t>
              </m:r>
            </m:oMath>
          </a14:m>
          <a:r>
            <a:rPr lang="en-US" altLang="zh-CN" sz="80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, and </a:t>
          </a:r>
          <a:r>
            <a:rPr lang="en-US" altLang="zh-CN" sz="80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hadronically decaying </a:t>
          </a:r>
          <a14:m xmlns:a14="http://schemas.microsoft.com/office/drawing/2010/main">
            <m:oMath xmlns:m="http://schemas.openxmlformats.org/officeDocument/2006/math">
              <m:r>
                <a:rPr lang="zh-CN" altLang="en-US" sz="800" b="1" i="1" kern="1200" smtClean="0">
                  <a:solidFill>
                    <a:srgbClr val="FF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rPr>
                <m:t>𝛕</m:t>
              </m:r>
            </m:oMath>
          </a14:m>
          <a:r>
            <a:rPr lang="zh-CN" altLang="en-US" sz="800" b="1" kern="1200" dirty="0">
              <a:solidFill>
                <a:srgbClr val="FF0000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800" b="1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final states</a:t>
          </a: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)</a:t>
          </a:r>
        </a:p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ATLAS-CONF-2019-045</a:t>
          </a:r>
          <a:endParaRPr lang="zh-CN" altLang="en-US" sz="800" kern="1200" dirty="0">
            <a:solidFill>
              <a:prstClr val="black"/>
            </a:solidFill>
            <a:latin typeface="等线" panose="020F0502020204030204"/>
            <a:ea typeface="等线" panose="02010600030101010101" pitchFamily="2" charset="-122"/>
            <a:cs typeface="+mn-cs"/>
          </a:endParaRPr>
        </a:p>
      </dsp:txBody>
      <dsp:txXfrm>
        <a:off x="7134122" y="4623259"/>
        <a:ext cx="3185119" cy="492369"/>
      </dsp:txXfrm>
    </dsp:sp>
    <dsp:sp modelId="{3CC7FD9C-A9F1-4EDA-8DC2-B598B3DFE13B}">
      <dsp:nvSpPr>
        <dsp:cNvPr id="0" name=""/>
        <dsp:cNvSpPr/>
      </dsp:nvSpPr>
      <dsp:spPr>
        <a:xfrm>
          <a:off x="1857439" y="2912015"/>
          <a:ext cx="2243346" cy="5976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/>
            <a:t>LHC 7&amp;8TeV</a:t>
          </a:r>
          <a:br>
            <a:rPr lang="en-US" altLang="zh-CN" sz="2700" kern="1200" dirty="0"/>
          </a:br>
          <a:r>
            <a:rPr lang="en-US" altLang="zh-CN" sz="1000" kern="1200" dirty="0"/>
            <a:t>1606.02266</a:t>
          </a:r>
          <a:endParaRPr lang="zh-CN" altLang="en-US" sz="1000" kern="1200" dirty="0"/>
        </a:p>
      </dsp:txBody>
      <dsp:txXfrm>
        <a:off x="1874944" y="2929520"/>
        <a:ext cx="2208336" cy="562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816D2-0284-40CB-BEEF-24CFE4A8B642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C0630-2772-4AD2-A143-7E918CC72B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75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C7792-1B9D-44D4-D166-37E674616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B72DA4-C7EB-A2E6-D231-FA3E2ADD5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FC36CB-6BF3-C62A-2B24-6B03342D4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CC78E-D3E1-7D0B-B674-EB2272D25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29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C3F6C-A717-118F-58B5-CFBD1753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2FB4E1-F2EE-98B0-5573-F43C04475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16105C-BCB7-9EF7-2E36-F7CCB00A6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AFC676-8716-2AC0-EBCE-3BAC2A5C3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3FE6-6A37-8AB5-B1C5-77F32AFA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72F0D9-3AAC-9DDD-6809-C53BFFC22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6F0769-094E-015D-F193-35158E2E6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85C97F-2B95-90C2-E643-46559E104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172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960A-6AAA-EAC5-6932-C97282EB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4EB0A4-0853-59CD-A198-34973950C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116D9F-1846-62AE-E5F6-4D2BFE10C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035EE-F336-837C-1C37-875DF981D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896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71EE-1E8D-D514-7808-1DC40463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CCC1F2-13FE-5B5A-2FB0-B74CF0928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B07AB-6F94-CD2F-E127-8A529E95C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10254-37BB-A0EF-98AF-FAFD337AD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60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CD36-8FC9-F3AF-F4D0-B9375A63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F9E238-AD9B-5871-A630-231C85D7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589FE2-1F24-6FB5-A389-43490BC3B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DBA066-991D-C6C1-A706-E78BD2E0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57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877C-CFB0-9F7B-8557-10D9F921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795CD3-46AC-7998-2D3A-AB3CE1827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652E4E-F07E-7647-89FD-F4265B67A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80D094-5E71-0745-3476-CAD78E578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60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E827-F04B-3B50-ECBD-7F15541D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B7A35F-8524-CFEF-1671-CCF21F20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7E335A-4C6E-6021-0C5E-7F5CC6EC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43B159-2868-65F4-4C59-BECB7AD24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36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83437-8E93-2E2D-1C7A-C67AA84C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F1785B-7552-B8A4-FAFD-8C146462E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40F81F-A6BA-DCCF-FC11-0F2D6B982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13716-4722-3EAA-CB56-9DC044AE2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519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294E8-97F1-E08D-746A-C72D9A99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C604E2-4466-BEB2-8C47-C998C38AD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DF8A3-48C9-7700-E2C1-BDFF863B4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9292C-5BAA-3A2A-5912-21D0B9F27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646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12AB-CB76-B32C-1303-78198BF2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73BCD7-0BF0-C08F-C7AF-4D1AABF38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E16DD9-7771-23FB-CB7F-5EA90B774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52C7F2-913A-6F63-968F-64C15A4B8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3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A1D5-7FF5-FA59-D891-0F684D106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2EDA07-D13E-271B-CD68-8D11CA7B4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9F427D-C203-CE8E-8C0E-C60BC4EEB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7008E1-A9F5-CA0D-FC1C-9581E0EC7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84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CFAC-5650-B364-B549-900332D9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0E12F-DE8C-AC33-12BC-2DAB0ED92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B79260-0925-6367-43AD-319F11094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435438-50AB-85DD-E9D6-47A8C0904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723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77ED-F586-A033-82C8-70BFB7A2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A26158-D37C-AF5B-3997-DD6F628C8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97DF9A-3193-F27D-BBC6-4FD1FB43D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A7A9BF-F040-CBC5-8BE6-E8F347373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97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72EE-30A4-3404-6F41-0F95563E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BF55D9-CF81-C023-79D2-4F579D42F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AF4EA5-780D-C8AF-4FCE-B6B20B66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2A286C-C63B-B7C5-CA55-C83B7E02B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486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21DDC-EB1D-9E42-972C-6B69473D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E33359-D941-BE56-6A8F-859A2E05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6F1A72-EB35-295F-7633-5806EC290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14E8F-D927-7695-3DED-EC295F111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437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30451-C47A-791F-3640-A1C2AB77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6F7563-E962-539F-6519-DA618AE12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CBFA16-B16B-AB84-17E5-253575C1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E8DEF-4F3F-99F7-F47E-332A0DE9D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440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B5C1-6E6B-A8DD-0FC1-68B50D91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0814C-5027-B065-3C98-29CFDF867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EB23DF-3A59-3D34-57C7-DEE6AD0D0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1694B-53B2-D7F2-E872-B918AB780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982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6B97-6442-E78E-9876-C8BC3CA4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0023A4-5026-7E13-3E85-EA7D30476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38507B-2A0B-C102-AB94-F7DF5D486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BBEFCE-CF65-0861-0933-090D5EB45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328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B26F-AEDC-65D8-14EB-BC8A9868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285FE6-C4DB-65EF-5423-0E0E187D7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ECE2F-0EB3-FB00-0471-B9419291A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50EC11-564D-E7DC-CD84-DC9BBB5E4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340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1FBF-7773-6EC7-46B2-866ED208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D00C6D-6778-3747-AB42-63CD857B5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F6424A-C81A-31AC-06E9-23FF77E95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3BB85C-01AD-4DAA-C66E-60D98CFBE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1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C9FBB-75B1-858E-8813-0A1EEF4F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74892D-B95D-BA5F-4113-2B4B6B51E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B0AC89-0182-5F53-3354-37975D2B3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46134-1C9A-6E4A-C85C-5430BD462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533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450D-019D-7166-EBA7-F44757FA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719AC-1CFC-3485-5B0C-551A41C08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D41787-BBB2-D671-FC11-B2DF96921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86F24A-6F72-04F4-253B-85A494764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482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E410-36D0-81F5-3F3C-8CA53BB3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B731D8-A0B7-1B92-6182-51A958CD9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026F24-D33C-FE79-5A2E-30FE778A0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717F72-C651-55B8-7A5A-FE626D56C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400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48CAF-17AF-6883-6183-7400F7A1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3BB856-AE3B-EB13-5A2B-15809090E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5B41E7-66B4-988D-801E-4E78047C9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C79540-5F79-A711-2D78-8D38B7308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44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4F37-7A36-84D1-C78B-B35A5262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C9D653-29E3-0F84-9E64-3EFF4AFD8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64DA9A-F003-86DE-390C-7E9129ECA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9961FE-C95A-45DF-612B-A8E76E074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92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C1E8-136A-9B2B-9942-14D3625D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F8C7F4-2BEA-9704-C9C2-EDE5AA315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7C4C9F-0069-B58F-C06B-7934E6A1C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D897C7-5220-0062-BD31-F39F50655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9315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D4F0-4943-8D3E-AC52-566065AF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75072A-4146-E88A-406C-AFAB6FA47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6867CA-DE56-FBB2-9529-64CCE1C41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ED245-B610-64DB-7FEF-A091AF3C4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960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E2FC-76DE-E04E-A5C8-14B4042DF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C3584F-72E9-A6BA-807D-0802DB7A6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933F42-3032-C7EE-D46B-5A7900CCB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CEEE1-9C0C-C4E7-6529-2DB971014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473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5D195-E8AA-16A5-BF49-678498DC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5296A5-1B17-B106-D2EA-684DEBCEF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0CD114-F29D-116C-1491-81A056F2B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27A8B6-33DD-DD7A-D6A8-B5C8E9FAE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715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FBEA0-F97E-FD94-6160-CA13591D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5ACBA7-1528-FBF2-7238-272C59D78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F4372E-44A8-C71E-11F9-F17BA09E2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6672A4-0FD2-2902-C660-443D20DE8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394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6C48-D6D5-24E1-9F9C-6FC625D0D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006D45-AB5F-F940-14E1-274F856B6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5B4BF7-5161-CD48-506D-A80E699C2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62A34-81A8-C32B-D1EC-CAAB0C213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6246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2034-A6D1-5C3D-A32D-F13FEFB1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9501D3-826E-B873-A3A0-4F739DA80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3DE16C-3AAF-F6CF-A484-3823AB1C9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98F496-FC60-2923-D5FA-B9333A9C1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C0630-2772-4AD2-A143-7E918CC72B5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8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39C40-7628-5707-F3EE-C14F9E35F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244577-41EA-4CBB-BFDF-4048B8F39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7FE53-08F7-4457-4AB4-4D05BC66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6FA1B-A2B8-9CC9-C0E6-263C4A9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E3B44F-6231-D3F5-0874-9C4497C5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3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3C3BC-E9DE-1CEB-507C-C0929FBA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897EF-F2B9-25B7-8EF1-5106FB2AC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A4F5B-0F1C-A054-1CE5-499FF643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D06D3-F48C-5718-5D4F-4B97330A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9AD5F-E98C-B3EC-8E4A-8F21BCCF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39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92F48-FCD7-EE1D-2D5C-F6AB7964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6A69E5-841A-9264-F157-A5D33409A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B0360-AF53-ADA8-90D1-7A55FB34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FA160-1FBF-37BC-2792-00379BA7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81A2B-9BFA-4451-88A6-59BA88C8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50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3A7E3-6E60-5278-4866-E39EBBB5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BF3F8-31B9-7A98-4D2A-8B274193F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6C92DB-6A0C-4544-78B5-83610616E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55EA4D-B45B-06E4-0684-F40AC6E6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C08EB7-44B6-2BBD-59FA-BEDDFDB4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E3146-0660-409D-02BF-07CC96E0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9C3DE-5624-3068-934D-01D07C19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257006-2B80-BAB7-0E5C-2C0C23BE4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791110-4F53-0E97-5B7D-BA744324D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0FC585-697D-4328-0312-01022343F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D10F69-F174-BD7A-61AD-E4242EEA2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E8295A-2A33-1690-156B-083656BD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FF4F36-DF4E-D0F0-F1D6-C72171AE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075CBF-9835-8060-3F29-3A6501C0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0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7D40F-8325-9728-1C54-4EBBB14B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092548-FBD1-EB78-2519-3FDC17E4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ED8C65-F6C9-F54A-062A-6EB062E0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6EE63F-EFF2-6F6E-C65C-BF44C04E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68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6905C4-C5F2-E2B1-49B6-4F7D1774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21029F-4922-C664-A4DB-D4C45BE8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38D906-D294-9B19-C792-52ABAFF3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6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51365-F197-C3D6-B02B-3D72085E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66D51D-4E4C-1019-E661-64349EA3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F72B48-17E4-E78F-9C5C-B2188FCA2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5A29A7-5028-204A-B3EB-792983E8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FC2553-20F3-B959-CBED-B83D84A0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183068-1B75-F828-4733-CFCE0FF1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51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47A03-1B1F-1053-0EDB-03DB4FC1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495370-4C47-CF40-9359-F048B221F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D9FD78-4E26-09C9-C08D-93D2CE6B9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F968B3-6CFA-FACC-BB7D-4B9E38A8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4B6774-A241-FEF1-E912-7E0B4736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9369F3-9F2E-F37B-0707-06871CDA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88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399D1-0FD2-F94E-D2BA-0829A87F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B1D03E-93CD-42B6-5901-9A14EEEC8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569830-9DCF-79BE-0323-B007EAA9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49B24-6288-447C-B216-0C491A44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C917A-1CFD-E354-A0DB-44F5C77A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70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F01DBE-34AF-B8B1-002A-0DBF3793E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6D055-E021-8D14-59B4-FAC8D5CEC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7FAE6-56E1-30B0-7AA1-B4F4E436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36DF1D-F752-9613-BC50-90E1CCC8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FA09CD-6046-F5E2-1499-393DD9F1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01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83EC09-C413-B283-B279-6470E1BF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D74B55-3D2D-93B8-4ECC-DC861347F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FE114-CA4A-7B28-3C0C-2FF4803CE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15543-9AC2-4361-AF76-F86096831A77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5E0B0-C838-9703-F157-ED615EA3D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A4EC6-2D6C-CD22-3CCD-B00A16C68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3A900-EB17-43EF-AFBC-2F81DF894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7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openxmlformats.org/officeDocument/2006/relationships/image" Target="../media/image6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.png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5" Type="http://schemas.openxmlformats.org/officeDocument/2006/relationships/image" Target="../media/image810.png"/><Relationship Id="rId10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220.png"/><Relationship Id="rId14" Type="http://schemas.openxmlformats.org/officeDocument/2006/relationships/image" Target="../media/image7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31.png"/><Relationship Id="rId5" Type="http://schemas.openxmlformats.org/officeDocument/2006/relationships/image" Target="../media/image11.png"/><Relationship Id="rId15" Type="http://schemas.openxmlformats.org/officeDocument/2006/relationships/image" Target="../media/image35.png"/><Relationship Id="rId10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282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3.xml"/><Relationship Id="rId10" Type="http://schemas.openxmlformats.org/officeDocument/2006/relationships/diagramData" Target="../diagrams/data20.xml"/><Relationship Id="rId4" Type="http://schemas.openxmlformats.org/officeDocument/2006/relationships/image" Target="../media/image29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421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56.png"/><Relationship Id="rId5" Type="http://schemas.openxmlformats.org/officeDocument/2006/relationships/image" Target="../media/image400.png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7.png"/><Relationship Id="rId3" Type="http://schemas.openxmlformats.org/officeDocument/2006/relationships/image" Target="../media/image472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0.png"/><Relationship Id="rId10" Type="http://schemas.openxmlformats.org/officeDocument/2006/relationships/image" Target="../media/image42.png"/><Relationship Id="rId4" Type="http://schemas.openxmlformats.org/officeDocument/2006/relationships/image" Target="../media/image1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33.png"/><Relationship Id="rId3" Type="http://schemas.openxmlformats.org/officeDocument/2006/relationships/image" Target="../media/image1.png"/><Relationship Id="rId21" Type="http://schemas.openxmlformats.org/officeDocument/2006/relationships/image" Target="../media/image62.png"/><Relationship Id="rId7" Type="http://schemas.openxmlformats.org/officeDocument/2006/relationships/image" Target="../media/image46.png"/><Relationship Id="rId12" Type="http://schemas.openxmlformats.org/officeDocument/2006/relationships/image" Target="../media/image47.png"/><Relationship Id="rId17" Type="http://schemas.openxmlformats.org/officeDocument/2006/relationships/image" Target="../media/image47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601.png"/><Relationship Id="rId5" Type="http://schemas.openxmlformats.org/officeDocument/2006/relationships/image" Target="../media/image44.png"/><Relationship Id="rId15" Type="http://schemas.openxmlformats.org/officeDocument/2006/relationships/image" Target="../media/image50.png"/><Relationship Id="rId10" Type="http://schemas.openxmlformats.org/officeDocument/2006/relationships/image" Target="../media/image592.png"/><Relationship Id="rId19" Type="http://schemas.openxmlformats.org/officeDocument/2006/relationships/image" Target="../media/image59.png"/><Relationship Id="rId4" Type="http://schemas.openxmlformats.org/officeDocument/2006/relationships/image" Target="../media/image541.png"/><Relationship Id="rId9" Type="http://schemas.openxmlformats.org/officeDocument/2006/relationships/image" Target="../media/image582.png"/><Relationship Id="rId14" Type="http://schemas.openxmlformats.org/officeDocument/2006/relationships/image" Target="../media/image49.png"/><Relationship Id="rId22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9.png"/><Relationship Id="rId18" Type="http://schemas.openxmlformats.org/officeDocument/2006/relationships/image" Target="../media/image840.png"/><Relationship Id="rId3" Type="http://schemas.openxmlformats.org/officeDocument/2006/relationships/image" Target="../media/image63.png"/><Relationship Id="rId7" Type="http://schemas.openxmlformats.org/officeDocument/2006/relationships/image" Target="../media/image48.png"/><Relationship Id="rId12" Type="http://schemas.openxmlformats.org/officeDocument/2006/relationships/image" Target="../media/image6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5" Type="http://schemas.openxmlformats.org/officeDocument/2006/relationships/image" Target="../media/image1.png"/><Relationship Id="rId10" Type="http://schemas.openxmlformats.org/officeDocument/2006/relationships/image" Target="../media/image50.png"/><Relationship Id="rId4" Type="http://schemas.openxmlformats.org/officeDocument/2006/relationships/image" Target="../media/image78.png"/><Relationship Id="rId9" Type="http://schemas.openxmlformats.org/officeDocument/2006/relationships/image" Target="../media/image49.png"/><Relationship Id="rId1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0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500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71.png"/><Relationship Id="rId10" Type="http://schemas.openxmlformats.org/officeDocument/2006/relationships/image" Target="../media/image83.png"/><Relationship Id="rId4" Type="http://schemas.openxmlformats.org/officeDocument/2006/relationships/image" Target="../media/image1.png"/><Relationship Id="rId9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22.png"/><Relationship Id="rId3" Type="http://schemas.openxmlformats.org/officeDocument/2006/relationships/image" Target="../media/image310.png"/><Relationship Id="rId7" Type="http://schemas.openxmlformats.org/officeDocument/2006/relationships/image" Target="../media/image11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2.png"/><Relationship Id="rId11" Type="http://schemas.openxmlformats.org/officeDocument/2006/relationships/image" Target="../media/image20.png"/><Relationship Id="rId5" Type="http://schemas.openxmlformats.org/officeDocument/2006/relationships/image" Target="../media/image510.png"/><Relationship Id="rId10" Type="http://schemas.openxmlformats.org/officeDocument/2006/relationships/image" Target="../media/image12.png"/><Relationship Id="rId4" Type="http://schemas.openxmlformats.org/officeDocument/2006/relationships/image" Target="../media/image411.png"/><Relationship Id="rId9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90.png"/><Relationship Id="rId7" Type="http://schemas.openxmlformats.org/officeDocument/2006/relationships/image" Target="../media/image132.png"/><Relationship Id="rId12" Type="http://schemas.openxmlformats.org/officeDocument/2006/relationships/image" Target="../media/image1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60.png"/><Relationship Id="rId5" Type="http://schemas.openxmlformats.org/officeDocument/2006/relationships/image" Target="../media/image110.png"/><Relationship Id="rId10" Type="http://schemas.openxmlformats.org/officeDocument/2006/relationships/image" Target="../media/image150.png"/><Relationship Id="rId4" Type="http://schemas.openxmlformats.org/officeDocument/2006/relationships/image" Target="../media/image100.png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261.png"/><Relationship Id="rId3" Type="http://schemas.openxmlformats.org/officeDocument/2006/relationships/image" Target="../media/image181.png"/><Relationship Id="rId7" Type="http://schemas.openxmlformats.org/officeDocument/2006/relationships/image" Target="../media/image200.png"/><Relationship Id="rId12" Type="http://schemas.openxmlformats.org/officeDocument/2006/relationships/image" Target="../media/image2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240.png"/><Relationship Id="rId5" Type="http://schemas.openxmlformats.org/officeDocument/2006/relationships/image" Target="../media/image190.png"/><Relationship Id="rId10" Type="http://schemas.openxmlformats.org/officeDocument/2006/relationships/image" Target="../media/image230.png"/><Relationship Id="rId4" Type="http://schemas.openxmlformats.org/officeDocument/2006/relationships/image" Target="../media/image180.png"/><Relationship Id="rId9" Type="http://schemas.openxmlformats.org/officeDocument/2006/relationships/image" Target="../media/image220.png"/><Relationship Id="rId14" Type="http://schemas.openxmlformats.org/officeDocument/2006/relationships/image" Target="../media/image27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13" Type="http://schemas.openxmlformats.org/officeDocument/2006/relationships/image" Target="../media/image320.png"/><Relationship Id="rId18" Type="http://schemas.openxmlformats.org/officeDocument/2006/relationships/image" Target="../media/image370.png"/><Relationship Id="rId3" Type="http://schemas.openxmlformats.org/officeDocument/2006/relationships/image" Target="../media/image27.png"/><Relationship Id="rId7" Type="http://schemas.openxmlformats.org/officeDocument/2006/relationships/image" Target="../media/image270.png"/><Relationship Id="rId12" Type="http://schemas.openxmlformats.org/officeDocument/2006/relationships/image" Target="../media/image311.png"/><Relationship Id="rId17" Type="http://schemas.openxmlformats.org/officeDocument/2006/relationships/image" Target="../media/image360.png"/><Relationship Id="rId2" Type="http://schemas.openxmlformats.org/officeDocument/2006/relationships/notesSlide" Target="../notesSlides/notesSlide19.xml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00.png"/><Relationship Id="rId5" Type="http://schemas.openxmlformats.org/officeDocument/2006/relationships/image" Target="../media/image1.png"/><Relationship Id="rId15" Type="http://schemas.openxmlformats.org/officeDocument/2006/relationships/image" Target="../media/image340.png"/><Relationship Id="rId10" Type="http://schemas.openxmlformats.org/officeDocument/2006/relationships/image" Target="../media/image880.png"/><Relationship Id="rId19" Type="http://schemas.openxmlformats.org/officeDocument/2006/relationships/image" Target="../media/image48.png"/><Relationship Id="rId4" Type="http://schemas.openxmlformats.org/officeDocument/2006/relationships/image" Target="../media/image250.png"/><Relationship Id="rId9" Type="http://schemas.openxmlformats.org/officeDocument/2006/relationships/image" Target="../media/image280.png"/><Relationship Id="rId14" Type="http://schemas.openxmlformats.org/officeDocument/2006/relationships/image" Target="../media/image3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70.png"/><Relationship Id="rId3" Type="http://schemas.openxmlformats.org/officeDocument/2006/relationships/image" Target="../media/image1.png"/><Relationship Id="rId7" Type="http://schemas.openxmlformats.org/officeDocument/2006/relationships/image" Target="../media/image421.png"/><Relationship Id="rId12" Type="http://schemas.openxmlformats.org/officeDocument/2006/relationships/image" Target="../media/image4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450.png"/><Relationship Id="rId5" Type="http://schemas.openxmlformats.org/officeDocument/2006/relationships/image" Target="../media/image400.png"/><Relationship Id="rId15" Type="http://schemas.openxmlformats.org/officeDocument/2006/relationships/image" Target="../media/image491.png"/><Relationship Id="rId10" Type="http://schemas.openxmlformats.org/officeDocument/2006/relationships/image" Target="../media/image440.png"/><Relationship Id="rId4" Type="http://schemas.openxmlformats.org/officeDocument/2006/relationships/image" Target="../media/image462.png"/><Relationship Id="rId9" Type="http://schemas.openxmlformats.org/officeDocument/2006/relationships/image" Target="../media/image430.png"/><Relationship Id="rId14" Type="http://schemas.openxmlformats.org/officeDocument/2006/relationships/image" Target="../media/image4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13" Type="http://schemas.openxmlformats.org/officeDocument/2006/relationships/image" Target="../media/image560.png"/><Relationship Id="rId3" Type="http://schemas.openxmlformats.org/officeDocument/2006/relationships/image" Target="../media/image472.png"/><Relationship Id="rId7" Type="http://schemas.openxmlformats.org/officeDocument/2006/relationships/image" Target="../media/image39.png"/><Relationship Id="rId12" Type="http://schemas.openxmlformats.org/officeDocument/2006/relationships/image" Target="../media/image5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543.png"/><Relationship Id="rId5" Type="http://schemas.openxmlformats.org/officeDocument/2006/relationships/image" Target="../media/image482.png"/><Relationship Id="rId10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521.png"/><Relationship Id="rId14" Type="http://schemas.openxmlformats.org/officeDocument/2006/relationships/image" Target="../media/image570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611.png"/><Relationship Id="rId17" Type="http://schemas.openxmlformats.org/officeDocument/2006/relationships/image" Target="../media/image472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601.png"/><Relationship Id="rId5" Type="http://schemas.openxmlformats.org/officeDocument/2006/relationships/image" Target="../media/image44.png"/><Relationship Id="rId15" Type="http://schemas.openxmlformats.org/officeDocument/2006/relationships/image" Target="../media/image50.png"/><Relationship Id="rId10" Type="http://schemas.openxmlformats.org/officeDocument/2006/relationships/image" Target="../media/image592.png"/><Relationship Id="rId4" Type="http://schemas.openxmlformats.org/officeDocument/2006/relationships/image" Target="../media/image541.png"/><Relationship Id="rId9" Type="http://schemas.openxmlformats.org/officeDocument/2006/relationships/image" Target="../media/image582.png"/><Relationship Id="rId1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30.png"/><Relationship Id="rId3" Type="http://schemas.openxmlformats.org/officeDocument/2006/relationships/image" Target="../media/image82.png"/><Relationship Id="rId7" Type="http://schemas.openxmlformats.org/officeDocument/2006/relationships/image" Target="../media/image1.png"/><Relationship Id="rId12" Type="http://schemas.openxmlformats.org/officeDocument/2006/relationships/image" Target="../media/image7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710.png"/><Relationship Id="rId5" Type="http://schemas.openxmlformats.org/officeDocument/2006/relationships/image" Target="../media/image86.png"/><Relationship Id="rId10" Type="http://schemas.openxmlformats.org/officeDocument/2006/relationships/image" Target="../media/image700.png"/><Relationship Id="rId4" Type="http://schemas.openxmlformats.org/officeDocument/2006/relationships/image" Target="../media/image85.png"/><Relationship Id="rId9" Type="http://schemas.openxmlformats.org/officeDocument/2006/relationships/image" Target="../media/image88.png"/><Relationship Id="rId14" Type="http://schemas.openxmlformats.org/officeDocument/2006/relationships/image" Target="../media/image47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png"/><Relationship Id="rId3" Type="http://schemas.openxmlformats.org/officeDocument/2006/relationships/image" Target="../media/image1.png"/><Relationship Id="rId7" Type="http://schemas.openxmlformats.org/officeDocument/2006/relationships/image" Target="../media/image4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0.png"/><Relationship Id="rId5" Type="http://schemas.openxmlformats.org/officeDocument/2006/relationships/image" Target="../media/image88.png"/><Relationship Id="rId4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9.png"/><Relationship Id="rId18" Type="http://schemas.openxmlformats.org/officeDocument/2006/relationships/image" Target="../media/image840.png"/><Relationship Id="rId3" Type="http://schemas.openxmlformats.org/officeDocument/2006/relationships/image" Target="../media/image63.png"/><Relationship Id="rId7" Type="http://schemas.openxmlformats.org/officeDocument/2006/relationships/image" Target="../media/image48.png"/><Relationship Id="rId12" Type="http://schemas.openxmlformats.org/officeDocument/2006/relationships/image" Target="../media/image6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51.png"/><Relationship Id="rId5" Type="http://schemas.openxmlformats.org/officeDocument/2006/relationships/image" Target="../media/image1.png"/><Relationship Id="rId10" Type="http://schemas.openxmlformats.org/officeDocument/2006/relationships/image" Target="../media/image50.png"/><Relationship Id="rId4" Type="http://schemas.openxmlformats.org/officeDocument/2006/relationships/image" Target="../media/image78.png"/><Relationship Id="rId9" Type="http://schemas.openxmlformats.org/officeDocument/2006/relationships/image" Target="../media/image49.png"/><Relationship Id="rId1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1.png"/><Relationship Id="rId13" Type="http://schemas.openxmlformats.org/officeDocument/2006/relationships/image" Target="../media/image940.png"/><Relationship Id="rId3" Type="http://schemas.openxmlformats.org/officeDocument/2006/relationships/image" Target="../media/image540.png"/><Relationship Id="rId7" Type="http://schemas.openxmlformats.org/officeDocument/2006/relationships/image" Target="../media/image870.png"/><Relationship Id="rId12" Type="http://schemas.openxmlformats.org/officeDocument/2006/relationships/image" Target="../media/image93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11" Type="http://schemas.openxmlformats.org/officeDocument/2006/relationships/image" Target="../media/image921.png"/><Relationship Id="rId5" Type="http://schemas.openxmlformats.org/officeDocument/2006/relationships/image" Target="../media/image91.png"/><Relationship Id="rId15" Type="http://schemas.openxmlformats.org/officeDocument/2006/relationships/image" Target="../media/image960.png"/><Relationship Id="rId10" Type="http://schemas.openxmlformats.org/officeDocument/2006/relationships/image" Target="../media/image910.png"/><Relationship Id="rId4" Type="http://schemas.openxmlformats.org/officeDocument/2006/relationships/image" Target="../media/image1.png"/><Relationship Id="rId9" Type="http://schemas.openxmlformats.org/officeDocument/2006/relationships/image" Target="../media/image890.png"/><Relationship Id="rId14" Type="http://schemas.openxmlformats.org/officeDocument/2006/relationships/image" Target="../media/image9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610.png"/><Relationship Id="rId7" Type="http://schemas.openxmlformats.org/officeDocument/2006/relationships/image" Target="../media/image10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0.png"/><Relationship Id="rId11" Type="http://schemas.openxmlformats.org/officeDocument/2006/relationships/image" Target="../media/image105.png"/><Relationship Id="rId5" Type="http://schemas.openxmlformats.org/officeDocument/2006/relationships/image" Target="../media/image70.png"/><Relationship Id="rId10" Type="http://schemas.openxmlformats.org/officeDocument/2006/relationships/image" Target="../media/image93.png"/><Relationship Id="rId4" Type="http://schemas.openxmlformats.org/officeDocument/2006/relationships/image" Target="../media/image1.png"/><Relationship Id="rId9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95.png"/><Relationship Id="rId3" Type="http://schemas.openxmlformats.org/officeDocument/2006/relationships/image" Target="../media/image671.png"/><Relationship Id="rId7" Type="http://schemas.openxmlformats.org/officeDocument/2006/relationships/image" Target="../media/image108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3.png"/><Relationship Id="rId5" Type="http://schemas.openxmlformats.org/officeDocument/2006/relationships/image" Target="../media/image106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500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25.png"/><Relationship Id="rId5" Type="http://schemas.openxmlformats.org/officeDocument/2006/relationships/image" Target="../media/image71.png"/><Relationship Id="rId10" Type="http://schemas.openxmlformats.org/officeDocument/2006/relationships/image" Target="../media/image96.png"/><Relationship Id="rId4" Type="http://schemas.openxmlformats.org/officeDocument/2006/relationships/image" Target="../media/image1.png"/><Relationship Id="rId9" Type="http://schemas.openxmlformats.org/officeDocument/2006/relationships/image" Target="../media/image1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500.png"/><Relationship Id="rId7" Type="http://schemas.openxmlformats.org/officeDocument/2006/relationships/image" Target="../media/image128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06.png"/><Relationship Id="rId5" Type="http://schemas.openxmlformats.org/officeDocument/2006/relationships/image" Target="../media/image98.png"/><Relationship Id="rId10" Type="http://schemas.openxmlformats.org/officeDocument/2006/relationships/image" Target="../media/image125.png"/><Relationship Id="rId4" Type="http://schemas.openxmlformats.org/officeDocument/2006/relationships/image" Target="../media/image1.png"/><Relationship Id="rId9" Type="http://schemas.openxmlformats.org/officeDocument/2006/relationships/image" Target="../media/image9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9">
            <a:extLst>
              <a:ext uri="{FF2B5EF4-FFF2-40B4-BE49-F238E27FC236}">
                <a16:creationId xmlns:a16="http://schemas.microsoft.com/office/drawing/2014/main" id="{0CA2C8D5-5CFB-7022-6DE8-49E7475D2F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159" y="113159"/>
            <a:ext cx="6631681" cy="663168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C1A31A0-7E94-49C6-A130-E377DB972EC2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zh-CN" sz="4400" b="1" dirty="0"/>
                  <a:t>CP-violating Type-II 2HDM under Soft Broken</a:t>
                </a:r>
                <a:r>
                  <a:rPr lang="en-US" altLang="zh-CN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4400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sz="4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4400" b="1" dirty="0"/>
                  <a:t> Symmetry and Parameters around SM Alignment Point</a:t>
                </a:r>
                <a:endParaRPr lang="zh-CN" altLang="en-US" sz="4400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C1A31A0-7E94-49C6-A130-E377DB972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 b="-10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副标题 2">
            <a:extLst>
              <a:ext uri="{FF2B5EF4-FFF2-40B4-BE49-F238E27FC236}">
                <a16:creationId xmlns:a16="http://schemas.microsoft.com/office/drawing/2014/main" id="{07873446-1675-DD2E-5CC8-652D7EEA7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73707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dirty="0"/>
              <a:t>Advisor:</a:t>
            </a:r>
            <a:r>
              <a:rPr lang="zh-CN" altLang="en-US" sz="1800" dirty="0"/>
              <a:t> </a:t>
            </a:r>
            <a:r>
              <a:rPr lang="en-US" altLang="zh-CN" sz="1800" dirty="0"/>
              <a:t>Prof. Yusheng Wu</a:t>
            </a:r>
          </a:p>
          <a:p>
            <a:pPr>
              <a:lnSpc>
                <a:spcPct val="120000"/>
              </a:lnSpc>
            </a:pPr>
            <a:r>
              <a:rPr lang="en-US" altLang="zh-CN" sz="1800" dirty="0"/>
              <a:t>School of the Gifted Young</a:t>
            </a:r>
            <a:br>
              <a:rPr lang="en-US" altLang="zh-CN" sz="1800" dirty="0"/>
            </a:br>
            <a:r>
              <a:rPr lang="en-US" altLang="zh-CN" sz="1800" dirty="0"/>
              <a:t>PB23000136 Li</a:t>
            </a:r>
            <a:r>
              <a:rPr lang="zh-CN" altLang="en-US" sz="1800" dirty="0"/>
              <a:t> </a:t>
            </a:r>
            <a:r>
              <a:rPr lang="en-US" altLang="zh-CN" sz="1800" dirty="0"/>
              <a:t>Shangchengze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4018C3-5D71-CBD8-0CD4-B68FE6D2310C}"/>
              </a:ext>
            </a:extLst>
          </p:cNvPr>
          <p:cNvSpPr/>
          <p:nvPr/>
        </p:nvSpPr>
        <p:spPr>
          <a:xfrm>
            <a:off x="-1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B08211-0B35-5145-1F74-30555531A8A0}"/>
              </a:ext>
            </a:extLst>
          </p:cNvPr>
          <p:cNvSpPr/>
          <p:nvPr/>
        </p:nvSpPr>
        <p:spPr>
          <a:xfrm>
            <a:off x="11226799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25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682A-46A2-807F-3C4F-5893221D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2CB4FB-C288-D65A-D175-C1DC53B96200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5B3822-556D-2678-A2FB-C7B1C631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  Background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5D74B92-9159-F26D-621E-7EB5882C1535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内容占位符 9">
            <a:extLst>
              <a:ext uri="{FF2B5EF4-FFF2-40B4-BE49-F238E27FC236}">
                <a16:creationId xmlns:a16="http://schemas.microsoft.com/office/drawing/2014/main" id="{83DFF15D-A085-4EA9-314B-5BF8CD474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5BC39B3-7796-CC66-097C-205038381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622" y="1017615"/>
            <a:ext cx="3764792" cy="2349454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DAC1F94-B7AF-F423-F279-E695DFAA63B8}"/>
              </a:ext>
            </a:extLst>
          </p:cNvPr>
          <p:cNvSpPr txBox="1">
            <a:spLocks/>
          </p:cNvSpPr>
          <p:nvPr/>
        </p:nvSpPr>
        <p:spPr>
          <a:xfrm>
            <a:off x="61586" y="1695540"/>
            <a:ext cx="8304036" cy="1621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en-US" altLang="zh-CN" sz="2000" dirty="0"/>
              <a:t>	The SM does not provide enough </a:t>
            </a:r>
            <a:r>
              <a:rPr lang="en-US" altLang="zh-CN" sz="2000" dirty="0">
                <a:solidFill>
                  <a:srgbClr val="FF0000"/>
                </a:solidFill>
              </a:rPr>
              <a:t>CP violation </a:t>
            </a:r>
            <a:r>
              <a:rPr lang="en-US" altLang="zh-CN" sz="2000" dirty="0"/>
              <a:t>to achieve the observed </a:t>
            </a:r>
            <a:r>
              <a:rPr lang="en-US" altLang="zh-CN" sz="2000" dirty="0">
                <a:solidFill>
                  <a:srgbClr val="FF0000"/>
                </a:solidFill>
              </a:rPr>
              <a:t>asymmetry</a:t>
            </a:r>
            <a:r>
              <a:rPr lang="en-US" altLang="zh-CN" sz="2000" dirty="0"/>
              <a:t>, thus necessitating the exploration of CP violation sources. And 2HDM is one of the </a:t>
            </a:r>
            <a:r>
              <a:rPr lang="en-US" altLang="zh-CN" sz="2000" dirty="0">
                <a:solidFill>
                  <a:srgbClr val="FF0000"/>
                </a:solidFill>
              </a:rPr>
              <a:t>simplest CP violation sources.</a:t>
            </a:r>
          </a:p>
          <a:p>
            <a:pPr>
              <a:lnSpc>
                <a:spcPct val="170000"/>
              </a:lnSpc>
            </a:pP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FA8B6E-EB61-3564-2FA0-32F2D6293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140" y="3429000"/>
            <a:ext cx="3251554" cy="30274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640481-66C7-D205-05E1-71EB17FE9DFE}"/>
              </a:ext>
            </a:extLst>
          </p:cNvPr>
          <p:cNvSpPr txBox="1"/>
          <p:nvPr/>
        </p:nvSpPr>
        <p:spPr>
          <a:xfrm>
            <a:off x="61586" y="1233875"/>
            <a:ext cx="6490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&gt;The Matter-antimatter Asymmetry Problem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C7A825-2E3C-C84F-BAE5-1C828C4A1455}"/>
              </a:ext>
            </a:extLst>
          </p:cNvPr>
          <p:cNvSpPr txBox="1"/>
          <p:nvPr/>
        </p:nvSpPr>
        <p:spPr>
          <a:xfrm>
            <a:off x="61586" y="3684304"/>
            <a:ext cx="3576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&gt;Associated with MSSM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BD27F155-51EA-5899-E8EC-6DAFD1507F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86" y="4145969"/>
                <a:ext cx="8506554" cy="12680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CN" sz="2000" dirty="0"/>
                  <a:t>	The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Type-II Yukawa coupling </a:t>
                </a:r>
                <a:r>
                  <a:rPr lang="en-US" altLang="zh-CN" sz="2000" dirty="0"/>
                  <a:t>in 2HDM forces u-type quarks and d-type quarks coupling with different Higgs complex-doublets. And it is just as same as the Yukawa coupling in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MSSM</a:t>
                </a:r>
                <a:r>
                  <a:rPr lang="en-US" altLang="zh-CN" sz="2000" dirty="0"/>
                  <a:t> with respect to Higgs doublets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BD27F155-51EA-5899-E8EC-6DAFD1507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6" y="4145969"/>
                <a:ext cx="8506554" cy="1268009"/>
              </a:xfrm>
              <a:prstGeom prst="rect">
                <a:avLst/>
              </a:prstGeom>
              <a:blipFill>
                <a:blip r:embed="rId6"/>
                <a:stretch>
                  <a:fillRect l="-716" r="-1504" b="-6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17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E8B39-469F-F483-9D9E-0F82E4AB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6B79162-0198-FFA8-777C-56E83F419CB5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0D80C3C-6629-65C1-BFA1-B24612C738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C2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70C0"/>
                            </a:solidFill>
                          </a:rPr>
                          <m:t>HDM</m:t>
                        </m:r>
                      </m:e>
                      <m:sup>
                        <m:r>
                          <a:rPr lang="en-US" altLang="zh-CN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0D80C3C-6629-65C1-BFA1-B24612C73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t="-11972" b="-23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E53222-E789-2394-8771-6229A9283ADE}"/>
                  </a:ext>
                </a:extLst>
              </p:cNvPr>
              <p:cNvSpPr txBox="1"/>
              <p:nvPr/>
            </p:nvSpPr>
            <p:spPr>
              <a:xfrm>
                <a:off x="0" y="6488668"/>
                <a:ext cx="12192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70C0"/>
                    </a:solidFill>
                  </a:rPr>
                  <a:t>* C2HDM means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CP-violating 2HDM under Soft Broken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altLang="zh-CN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70C0"/>
                    </a:solidFill>
                  </a:rPr>
                  <a:t> Symmetry  </a:t>
                </a:r>
                <a:r>
                  <a:rPr lang="en-US" altLang="zh-CN" dirty="0">
                    <a:solidFill>
                      <a:srgbClr val="00B0F0"/>
                    </a:solidFill>
                  </a:rPr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B0F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B0F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𝒔𝒊𝒏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B0F0"/>
                    </a:solidFill>
                  </a:rPr>
                  <a:t>and tan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</a:t>
                </a:r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E53222-E789-2394-8771-6229A9283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88668"/>
                <a:ext cx="12192000" cy="646331"/>
              </a:xfrm>
              <a:prstGeom prst="rect">
                <a:avLst/>
              </a:prstGeom>
              <a:blipFill>
                <a:blip r:embed="rId4"/>
                <a:stretch>
                  <a:fillRect l="-400" t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2263EDC-FA73-C6C7-EA7F-D82C6DE486E8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E7D2781-D47A-E573-B159-2C0D6FF408AB}"/>
                  </a:ext>
                </a:extLst>
              </p:cNvPr>
              <p:cNvSpPr txBox="1"/>
              <p:nvPr/>
            </p:nvSpPr>
            <p:spPr>
              <a:xfrm>
                <a:off x="1620896" y="1280010"/>
                <a:ext cx="8950206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𝐻𝐷𝑀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E7D2781-D47A-E573-B159-2C0D6FF40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896" y="1280010"/>
                <a:ext cx="8950206" cy="739690"/>
              </a:xfrm>
              <a:prstGeom prst="rect">
                <a:avLst/>
              </a:prstGeom>
              <a:blipFill>
                <a:blip r:embed="rId5"/>
                <a:stretch>
                  <a:fillRect l="-136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BDA7CFD-A5D4-F5AA-EF64-1BE763CD11BE}"/>
                  </a:ext>
                </a:extLst>
              </p:cNvPr>
              <p:cNvSpPr txBox="1"/>
              <p:nvPr/>
            </p:nvSpPr>
            <p:spPr>
              <a:xfrm>
                <a:off x="0" y="2102591"/>
                <a:ext cx="12192000" cy="1019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zh-CN" sz="2000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/>
                  <a:t>are complex and the rest of the parameters in the potential are real.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In general, the scalar doublets are defined as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BDA7CFD-A5D4-F5AA-EF64-1BE763CD1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02591"/>
                <a:ext cx="12192000" cy="1019766"/>
              </a:xfrm>
              <a:prstGeom prst="rect">
                <a:avLst/>
              </a:prstGeom>
              <a:blipFill>
                <a:blip r:embed="rId6"/>
                <a:stretch>
                  <a:fillRect l="-500" t="-2994" b="-10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BB6BFC-FD7A-F2F1-DB0D-6FB42F8EAD69}"/>
                  </a:ext>
                </a:extLst>
              </p:cNvPr>
              <p:cNvSpPr txBox="1"/>
              <p:nvPr/>
            </p:nvSpPr>
            <p:spPr>
              <a:xfrm>
                <a:off x="3554213" y="3205248"/>
                <a:ext cx="5083571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BB6BFC-FD7A-F2F1-DB0D-6FB42F8E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13" y="3205248"/>
                <a:ext cx="5083571" cy="891719"/>
              </a:xfrm>
              <a:prstGeom prst="rect">
                <a:avLst/>
              </a:prstGeom>
              <a:blipFill>
                <a:blip r:embed="rId7"/>
                <a:stretch>
                  <a:fillRect b="-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C21624-9F9F-7015-F122-399C01E3520B}"/>
                  </a:ext>
                </a:extLst>
              </p:cNvPr>
              <p:cNvSpPr txBox="1"/>
              <p:nvPr/>
            </p:nvSpPr>
            <p:spPr>
              <a:xfrm>
                <a:off x="0" y="4096967"/>
                <a:ext cx="3029868" cy="540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And we define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C21624-9F9F-7015-F122-399C01E3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6967"/>
                <a:ext cx="3029868" cy="540789"/>
              </a:xfrm>
              <a:prstGeom prst="rect">
                <a:avLst/>
              </a:prstGeom>
              <a:blipFill>
                <a:blip r:embed="rId8"/>
                <a:stretch>
                  <a:fillRect l="-2012" b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内容占位符 9">
            <a:extLst>
              <a:ext uri="{FF2B5EF4-FFF2-40B4-BE49-F238E27FC236}">
                <a16:creationId xmlns:a16="http://schemas.microsoft.com/office/drawing/2014/main" id="{7C5454FB-BA34-9A1A-921E-B08FD79E28B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097D0C-2278-B4BF-2575-D5517938ADB0}"/>
                  </a:ext>
                </a:extLst>
              </p:cNvPr>
              <p:cNvSpPr txBox="1"/>
              <p:nvPr/>
            </p:nvSpPr>
            <p:spPr>
              <a:xfrm>
                <a:off x="0" y="4559827"/>
                <a:ext cx="8281113" cy="459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</a:rPr>
                  <a:t>Scalar Mixing Angles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which diagonalize the Higgs mass matrix :</a:t>
                </a:r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097D0C-2278-B4BF-2575-D5517938A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59827"/>
                <a:ext cx="8281113" cy="459741"/>
              </a:xfrm>
              <a:prstGeom prst="rect">
                <a:avLst/>
              </a:prstGeom>
              <a:blipFill>
                <a:blip r:embed="rId10"/>
                <a:stretch>
                  <a:fillRect l="-589" r="-36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698E66F-B645-F137-6C65-5551D54F7866}"/>
                  </a:ext>
                </a:extLst>
              </p:cNvPr>
              <p:cNvSpPr txBox="1"/>
              <p:nvPr/>
            </p:nvSpPr>
            <p:spPr>
              <a:xfrm>
                <a:off x="5706757" y="5132130"/>
                <a:ext cx="4864345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698E66F-B645-F137-6C65-5551D54F7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57" y="5132130"/>
                <a:ext cx="4864345" cy="8917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A851856-1289-D1E0-1A26-86580484DA2E}"/>
                  </a:ext>
                </a:extLst>
              </p:cNvPr>
              <p:cNvSpPr txBox="1"/>
              <p:nvPr/>
            </p:nvSpPr>
            <p:spPr>
              <a:xfrm>
                <a:off x="1906069" y="5132129"/>
                <a:ext cx="1644617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A851856-1289-D1E0-1A26-86580484D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069" y="5132129"/>
                <a:ext cx="1644617" cy="891719"/>
              </a:xfrm>
              <a:prstGeom prst="rect">
                <a:avLst/>
              </a:prstGeom>
              <a:blipFill>
                <a:blip r:embed="rId12"/>
                <a:stretch>
                  <a:fillRect b="-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0D71628-EAA4-13F4-4714-40B7F7976789}"/>
                  </a:ext>
                </a:extLst>
              </p:cNvPr>
              <p:cNvSpPr txBox="1"/>
              <p:nvPr/>
            </p:nvSpPr>
            <p:spPr>
              <a:xfrm>
                <a:off x="3550686" y="5621624"/>
                <a:ext cx="1751120" cy="2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0070C0"/>
                    </a:solidFill>
                  </a:rPr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0D71628-EAA4-13F4-4714-40B7F7976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686" y="5621624"/>
                <a:ext cx="1751120" cy="268150"/>
              </a:xfrm>
              <a:prstGeom prst="rect">
                <a:avLst/>
              </a:prstGeom>
              <a:blipFill>
                <a:blip r:embed="rId13"/>
                <a:stretch>
                  <a:fillRect l="-6944" t="-20455" r="-1042" b="-4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01EFE7C-2EF1-1C2A-8A89-602BE8D1A8AB}"/>
                  </a:ext>
                </a:extLst>
              </p:cNvPr>
              <p:cNvSpPr txBox="1"/>
              <p:nvPr/>
            </p:nvSpPr>
            <p:spPr>
              <a:xfrm>
                <a:off x="3208396" y="4199110"/>
                <a:ext cx="2236638" cy="336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01EFE7C-2EF1-1C2A-8A89-602BE8D1A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396" y="4199110"/>
                <a:ext cx="2236638" cy="336502"/>
              </a:xfrm>
              <a:prstGeom prst="rect">
                <a:avLst/>
              </a:prstGeom>
              <a:blipFill>
                <a:blip r:embed="rId14"/>
                <a:stretch>
                  <a:fillRect l="-1090" t="-1818" r="-545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45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3705-54A8-F28E-359E-7092F2F9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A9D1EA-8ACE-986C-AB46-B40119EE7B6B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0BC192-053D-89FF-5C9D-CC57DABD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C2HDM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13F653-26EB-D5EB-8786-C2880AA641D9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内容占位符 9">
            <a:extLst>
              <a:ext uri="{FF2B5EF4-FFF2-40B4-BE49-F238E27FC236}">
                <a16:creationId xmlns:a16="http://schemas.microsoft.com/office/drawing/2014/main" id="{F3229115-7ED7-97DA-AFD8-F10D264E1A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B076643-E93B-EFD2-A8ED-36254B068E71}"/>
              </a:ext>
            </a:extLst>
          </p:cNvPr>
          <p:cNvSpPr txBox="1"/>
          <p:nvPr/>
        </p:nvSpPr>
        <p:spPr>
          <a:xfrm>
            <a:off x="0" y="2323472"/>
            <a:ext cx="5323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9 independent parameters of C2HDM :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A49990-3B52-D0AF-132C-B136AB106142}"/>
                  </a:ext>
                </a:extLst>
              </p:cNvPr>
              <p:cNvSpPr txBox="1"/>
              <p:nvPr/>
            </p:nvSpPr>
            <p:spPr>
              <a:xfrm>
                <a:off x="3433925" y="1411550"/>
                <a:ext cx="5324150" cy="686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A49990-3B52-D0AF-132C-B136AB1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925" y="1411550"/>
                <a:ext cx="5324150" cy="6862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6439F46-D3D6-90CF-3F7D-C65C394B405F}"/>
                  </a:ext>
                </a:extLst>
              </p:cNvPr>
              <p:cNvSpPr txBox="1"/>
              <p:nvPr/>
            </p:nvSpPr>
            <p:spPr>
              <a:xfrm>
                <a:off x="2873318" y="2820062"/>
                <a:ext cx="6539034" cy="483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6439F46-D3D6-90CF-3F7D-C65C394B4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18" y="2820062"/>
                <a:ext cx="6539034" cy="4832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DED50B4-E938-3038-84D2-8D2487D43AE1}"/>
                  </a:ext>
                </a:extLst>
              </p:cNvPr>
              <p:cNvSpPr txBox="1"/>
              <p:nvPr/>
            </p:nvSpPr>
            <p:spPr>
              <a:xfrm>
                <a:off x="5943623" y="5900984"/>
                <a:ext cx="6248377" cy="517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𝐻𝐷𝑀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400" b="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DED50B4-E938-3038-84D2-8D2487D4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23" y="5900984"/>
                <a:ext cx="6248377" cy="517834"/>
              </a:xfrm>
              <a:prstGeom prst="rect">
                <a:avLst/>
              </a:prstGeom>
              <a:blipFill>
                <a:blip r:embed="rId9"/>
                <a:stretch>
                  <a:fillRect l="-98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28484B1-48F6-550C-EDE0-4EBAA9DE2796}"/>
                  </a:ext>
                </a:extLst>
              </p:cNvPr>
              <p:cNvSpPr txBox="1"/>
              <p:nvPr/>
            </p:nvSpPr>
            <p:spPr>
              <a:xfrm>
                <a:off x="0" y="4127686"/>
                <a:ext cx="8056886" cy="495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Usually, we set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=246</m:t>
                    </m:r>
                  </m:oMath>
                </a14:m>
                <a:r>
                  <a:rPr lang="en-US" altLang="zh-CN" sz="2400" dirty="0"/>
                  <a:t>GeV,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&lt;1000</m:t>
                    </m:r>
                  </m:oMath>
                </a14:m>
                <a:r>
                  <a:rPr lang="en-US" altLang="zh-CN" sz="2400" dirty="0"/>
                  <a:t>GeV.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28484B1-48F6-550C-EDE0-4EBAA9DE2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27686"/>
                <a:ext cx="8056886" cy="495136"/>
              </a:xfrm>
              <a:prstGeom prst="rect">
                <a:avLst/>
              </a:prstGeom>
              <a:blipFill>
                <a:blip r:embed="rId10"/>
                <a:stretch>
                  <a:fillRect l="-1135" t="-7407" r="-227" b="-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08753B0-49E0-D91E-66D0-DA4138BF24E6}"/>
                  </a:ext>
                </a:extLst>
              </p:cNvPr>
              <p:cNvSpPr txBox="1"/>
              <p:nvPr/>
            </p:nvSpPr>
            <p:spPr>
              <a:xfrm>
                <a:off x="2271317" y="3373186"/>
                <a:ext cx="1713739" cy="427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0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08753B0-49E0-D91E-66D0-DA4138BF2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317" y="3373186"/>
                <a:ext cx="1713739" cy="427746"/>
              </a:xfrm>
              <a:prstGeom prst="rect">
                <a:avLst/>
              </a:prstGeom>
              <a:blipFill>
                <a:blip r:embed="rId11"/>
                <a:stretch>
                  <a:fillRect l="-3203" b="-21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E73C493-70E1-8931-4AC8-665104DA76F9}"/>
                  </a:ext>
                </a:extLst>
              </p:cNvPr>
              <p:cNvSpPr txBox="1"/>
              <p:nvPr/>
            </p:nvSpPr>
            <p:spPr>
              <a:xfrm>
                <a:off x="0" y="5725230"/>
                <a:ext cx="3777316" cy="693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E73C493-70E1-8931-4AC8-665104DA7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25230"/>
                <a:ext cx="3777316" cy="6935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65D9BA7-7FF3-26F7-56C0-800AB82EF5DA}"/>
              </a:ext>
            </a:extLst>
          </p:cNvPr>
          <p:cNvSpPr txBox="1"/>
          <p:nvPr/>
        </p:nvSpPr>
        <p:spPr>
          <a:xfrm>
            <a:off x="0" y="4607641"/>
            <a:ext cx="3671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WW/ZZ couplings modification: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CBCC4A2-9750-E547-21DB-657625B6BC8A}"/>
                  </a:ext>
                </a:extLst>
              </p:cNvPr>
              <p:cNvSpPr txBox="1"/>
              <p:nvPr/>
            </p:nvSpPr>
            <p:spPr>
              <a:xfrm>
                <a:off x="2172618" y="5016009"/>
                <a:ext cx="2817246" cy="3350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CBCC4A2-9750-E547-21DB-657625B6B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618" y="5016009"/>
                <a:ext cx="2817246" cy="335092"/>
              </a:xfrm>
              <a:prstGeom prst="rect">
                <a:avLst/>
              </a:prstGeom>
              <a:blipFill>
                <a:blip r:embed="rId14"/>
                <a:stretch>
                  <a:fillRect l="-432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E109C4F-7D68-F572-1B4A-CF3BAB63C932}"/>
                  </a:ext>
                </a:extLst>
              </p:cNvPr>
              <p:cNvSpPr txBox="1"/>
              <p:nvPr/>
            </p:nvSpPr>
            <p:spPr>
              <a:xfrm>
                <a:off x="5390963" y="5043324"/>
                <a:ext cx="266592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E109C4F-7D68-F572-1B4A-CF3BAB63C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963" y="5043324"/>
                <a:ext cx="2665923" cy="307777"/>
              </a:xfrm>
              <a:prstGeom prst="rect">
                <a:avLst/>
              </a:prstGeom>
              <a:blipFill>
                <a:blip r:embed="rId15"/>
                <a:stretch>
                  <a:fillRect l="-457" t="-1961" r="-251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75C8623-99C6-EBFF-16C3-171B0E0DE5C0}"/>
                  </a:ext>
                </a:extLst>
              </p:cNvPr>
              <p:cNvSpPr txBox="1"/>
              <p:nvPr/>
            </p:nvSpPr>
            <p:spPr>
              <a:xfrm>
                <a:off x="9305588" y="5362904"/>
                <a:ext cx="2802114" cy="495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0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0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0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sz="1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0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sz="10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0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0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75C8623-99C6-EBFF-16C3-171B0E0DE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588" y="5362904"/>
                <a:ext cx="2802114" cy="495585"/>
              </a:xfrm>
              <a:prstGeom prst="rect">
                <a:avLst/>
              </a:prstGeom>
              <a:blipFill>
                <a:blip r:embed="rId16"/>
                <a:stretch>
                  <a:fillRect l="-654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58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4FEF-6D76-E30A-8439-B942A354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261505-3983-03D5-AF58-A00D52320A75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E1298E-E807-11D4-EBA0-8B5DBACF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Type-II Yukawa coupling &amp; modification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2BA250C-60F1-DFBF-A42A-3D3B83819785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内容占位符 9">
            <a:extLst>
              <a:ext uri="{FF2B5EF4-FFF2-40B4-BE49-F238E27FC236}">
                <a16:creationId xmlns:a16="http://schemas.microsoft.com/office/drawing/2014/main" id="{BE73DFF2-5F7C-EF28-2670-72EDBE73D4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400F783-A2BA-6F83-C66A-78D8F91BF8BB}"/>
                  </a:ext>
                </a:extLst>
              </p:cNvPr>
              <p:cNvSpPr txBox="1"/>
              <p:nvPr/>
            </p:nvSpPr>
            <p:spPr>
              <a:xfrm>
                <a:off x="5122922" y="1745411"/>
                <a:ext cx="6825202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𝑌𝑢𝑘𝑎𝑤𝑎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400F783-A2BA-6F83-C66A-78D8F91BF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922" y="1745411"/>
                <a:ext cx="6825202" cy="347403"/>
              </a:xfrm>
              <a:prstGeom prst="rect">
                <a:avLst/>
              </a:prstGeom>
              <a:blipFill>
                <a:blip r:embed="rId4"/>
                <a:stretch>
                  <a:fillRect l="-268" t="-19298" b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0FEDA9B7-9C04-B541-54B2-5F792D2B8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" y="1021305"/>
            <a:ext cx="4856743" cy="17357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3410B7-698D-AC78-E30C-F206E5236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433" y="2065129"/>
            <a:ext cx="1821201" cy="6323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9B0A7B0-719C-B3E2-F319-21FEA2E21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972" y="2092814"/>
            <a:ext cx="811757" cy="26262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76FCC25-5550-8D1B-93CB-569E4D0B13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972" y="2434040"/>
            <a:ext cx="808271" cy="26343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4F3D8C4-0860-0DBB-179E-30ED8A5616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188" y="2178190"/>
            <a:ext cx="74857" cy="1443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74BC0E9-BBE8-14E7-20FE-5F927B80B7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188" y="2520225"/>
            <a:ext cx="74857" cy="14436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497BB0E-8783-701A-C90A-7B2721430F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796" y="3608630"/>
            <a:ext cx="5969204" cy="197131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B026F0BC-324D-EE6B-7B15-D6C829B5BECA}"/>
              </a:ext>
            </a:extLst>
          </p:cNvPr>
          <p:cNvSpPr txBox="1"/>
          <p:nvPr/>
        </p:nvSpPr>
        <p:spPr>
          <a:xfrm>
            <a:off x="99177" y="3264168"/>
            <a:ext cx="33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Yukawa couplings modifications: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65FBE89-0C30-9047-CAF0-EEDEB145A32D}"/>
                  </a:ext>
                </a:extLst>
              </p:cNvPr>
              <p:cNvSpPr txBox="1"/>
              <p:nvPr/>
            </p:nvSpPr>
            <p:spPr>
              <a:xfrm>
                <a:off x="47134" y="3683930"/>
                <a:ext cx="3292573" cy="10529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0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65FBE89-0C30-9047-CAF0-EEDEB145A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4" y="3683930"/>
                <a:ext cx="3292573" cy="10529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53ADCE3-28DD-ECC4-431A-CFF9C1DC867C}"/>
                  </a:ext>
                </a:extLst>
              </p:cNvPr>
              <p:cNvSpPr txBox="1"/>
              <p:nvPr/>
            </p:nvSpPr>
            <p:spPr>
              <a:xfrm>
                <a:off x="3348113" y="3682730"/>
                <a:ext cx="2578976" cy="7452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53ADCE3-28DD-ECC4-431A-CFF9C1DC8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113" y="3682730"/>
                <a:ext cx="2578976" cy="7452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8A88962-2F6F-3FFC-2E61-1B0400B2DAD8}"/>
              </a:ext>
            </a:extLst>
          </p:cNvPr>
          <p:cNvCxnSpPr>
            <a:cxnSpLocks/>
          </p:cNvCxnSpPr>
          <p:nvPr/>
        </p:nvCxnSpPr>
        <p:spPr>
          <a:xfrm flipV="1">
            <a:off x="1595987" y="4587907"/>
            <a:ext cx="720000" cy="54000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3A5D0E9-ECA5-68FF-BBFA-70F1755AE39E}"/>
              </a:ext>
            </a:extLst>
          </p:cNvPr>
          <p:cNvCxnSpPr>
            <a:cxnSpLocks/>
          </p:cNvCxnSpPr>
          <p:nvPr/>
        </p:nvCxnSpPr>
        <p:spPr>
          <a:xfrm>
            <a:off x="1595987" y="5127907"/>
            <a:ext cx="720000" cy="54000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EA61948-FAC7-3A80-4661-21707B56326B}"/>
              </a:ext>
            </a:extLst>
          </p:cNvPr>
          <p:cNvCxnSpPr>
            <a:cxnSpLocks/>
          </p:cNvCxnSpPr>
          <p:nvPr/>
        </p:nvCxnSpPr>
        <p:spPr>
          <a:xfrm flipV="1">
            <a:off x="695987" y="5127907"/>
            <a:ext cx="900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B2AEF8B-CD3D-5A00-295E-C4150E4E1A95}"/>
              </a:ext>
            </a:extLst>
          </p:cNvPr>
          <p:cNvCxnSpPr>
            <a:cxnSpLocks/>
          </p:cNvCxnSpPr>
          <p:nvPr/>
        </p:nvCxnSpPr>
        <p:spPr>
          <a:xfrm flipV="1">
            <a:off x="1595987" y="4857908"/>
            <a:ext cx="360000" cy="27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0CF2D28-CB54-7027-032D-3181D62C4170}"/>
              </a:ext>
            </a:extLst>
          </p:cNvPr>
          <p:cNvCxnSpPr>
            <a:cxnSpLocks/>
          </p:cNvCxnSpPr>
          <p:nvPr/>
        </p:nvCxnSpPr>
        <p:spPr>
          <a:xfrm flipH="1" flipV="1">
            <a:off x="1833249" y="5301788"/>
            <a:ext cx="360000" cy="27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6B57C92-4219-3290-A987-B1A7FF99518E}"/>
                  </a:ext>
                </a:extLst>
              </p:cNvPr>
              <p:cNvSpPr txBox="1"/>
              <p:nvPr/>
            </p:nvSpPr>
            <p:spPr>
              <a:xfrm>
                <a:off x="1021369" y="4837845"/>
                <a:ext cx="24923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6B57C92-4219-3290-A987-B1A7FF995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69" y="4837845"/>
                <a:ext cx="249235" cy="215444"/>
              </a:xfrm>
              <a:prstGeom prst="rect">
                <a:avLst/>
              </a:prstGeom>
              <a:blipFill>
                <a:blip r:embed="rId13"/>
                <a:stretch>
                  <a:fillRect l="-15000" r="-250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19E9D40-85B9-C320-0C0D-17BDB67435C4}"/>
                  </a:ext>
                </a:extLst>
              </p:cNvPr>
              <p:cNvSpPr txBox="1"/>
              <p:nvPr/>
            </p:nvSpPr>
            <p:spPr>
              <a:xfrm>
                <a:off x="1775987" y="4654067"/>
                <a:ext cx="14984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219E9D40-85B9-C320-0C0D-17BDB6743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87" y="4654067"/>
                <a:ext cx="149848" cy="215444"/>
              </a:xfrm>
              <a:prstGeom prst="rect">
                <a:avLst/>
              </a:prstGeom>
              <a:blipFill>
                <a:blip r:embed="rId14"/>
                <a:stretch>
                  <a:fillRect l="-24000" r="-2400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218557B-9419-38DD-2DA7-411BCA1F4F31}"/>
                  </a:ext>
                </a:extLst>
              </p:cNvPr>
              <p:cNvSpPr txBox="1"/>
              <p:nvPr/>
            </p:nvSpPr>
            <p:spPr>
              <a:xfrm>
                <a:off x="1683401" y="5397907"/>
                <a:ext cx="149848" cy="220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218557B-9419-38DD-2DA7-411BCA1F4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401" y="5397907"/>
                <a:ext cx="149848" cy="220188"/>
              </a:xfrm>
              <a:prstGeom prst="rect">
                <a:avLst/>
              </a:prstGeom>
              <a:blipFill>
                <a:blip r:embed="rId15"/>
                <a:stretch>
                  <a:fillRect l="-24000" r="-36000"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2B9779F-78B1-6065-A03E-39E83DB29BAE}"/>
              </a:ext>
            </a:extLst>
          </p:cNvPr>
          <p:cNvCxnSpPr>
            <a:cxnSpLocks/>
          </p:cNvCxnSpPr>
          <p:nvPr/>
        </p:nvCxnSpPr>
        <p:spPr>
          <a:xfrm flipV="1">
            <a:off x="4023673" y="4587907"/>
            <a:ext cx="720000" cy="54000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688D033-71B6-BCE0-870E-D6FB9C759764}"/>
              </a:ext>
            </a:extLst>
          </p:cNvPr>
          <p:cNvCxnSpPr>
            <a:cxnSpLocks/>
          </p:cNvCxnSpPr>
          <p:nvPr/>
        </p:nvCxnSpPr>
        <p:spPr>
          <a:xfrm>
            <a:off x="4023673" y="5127907"/>
            <a:ext cx="720000" cy="54000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2F899CF-30F7-2894-32DB-CDBBBC597E62}"/>
              </a:ext>
            </a:extLst>
          </p:cNvPr>
          <p:cNvCxnSpPr>
            <a:cxnSpLocks/>
          </p:cNvCxnSpPr>
          <p:nvPr/>
        </p:nvCxnSpPr>
        <p:spPr>
          <a:xfrm flipV="1">
            <a:off x="3123673" y="5127907"/>
            <a:ext cx="900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D0704DB-893D-8D5D-6D83-F26DB0F1129E}"/>
              </a:ext>
            </a:extLst>
          </p:cNvPr>
          <p:cNvCxnSpPr>
            <a:cxnSpLocks/>
          </p:cNvCxnSpPr>
          <p:nvPr/>
        </p:nvCxnSpPr>
        <p:spPr>
          <a:xfrm flipV="1">
            <a:off x="4023673" y="4857908"/>
            <a:ext cx="360000" cy="27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797978C-C17E-8D81-10F3-B9B425CB9B8F}"/>
              </a:ext>
            </a:extLst>
          </p:cNvPr>
          <p:cNvCxnSpPr>
            <a:cxnSpLocks/>
          </p:cNvCxnSpPr>
          <p:nvPr/>
        </p:nvCxnSpPr>
        <p:spPr>
          <a:xfrm flipH="1" flipV="1">
            <a:off x="4260935" y="5301788"/>
            <a:ext cx="360000" cy="27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16020F8-C45B-5D00-2562-C23756881924}"/>
                  </a:ext>
                </a:extLst>
              </p:cNvPr>
              <p:cNvSpPr txBox="1"/>
              <p:nvPr/>
            </p:nvSpPr>
            <p:spPr>
              <a:xfrm>
                <a:off x="3449055" y="4837845"/>
                <a:ext cx="24923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16020F8-C45B-5D00-2562-C23756881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055" y="4837845"/>
                <a:ext cx="249235" cy="215444"/>
              </a:xfrm>
              <a:prstGeom prst="rect">
                <a:avLst/>
              </a:prstGeom>
              <a:blipFill>
                <a:blip r:embed="rId13"/>
                <a:stretch>
                  <a:fillRect l="-14634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8CF4D9-AB30-69D8-224B-4AD28B3A2EC9}"/>
                  </a:ext>
                </a:extLst>
              </p:cNvPr>
              <p:cNvSpPr txBox="1"/>
              <p:nvPr/>
            </p:nvSpPr>
            <p:spPr>
              <a:xfrm>
                <a:off x="4203673" y="4654067"/>
                <a:ext cx="124586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48CF4D9-AB30-69D8-224B-4AD28B3A2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673" y="4654067"/>
                <a:ext cx="124586" cy="215444"/>
              </a:xfrm>
              <a:prstGeom prst="rect">
                <a:avLst/>
              </a:prstGeom>
              <a:blipFill>
                <a:blip r:embed="rId16"/>
                <a:stretch>
                  <a:fillRect l="-30000" r="-20000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B3A193-7D41-C1B8-69E6-BCDAD034DCC1}"/>
                  </a:ext>
                </a:extLst>
              </p:cNvPr>
              <p:cNvSpPr txBox="1"/>
              <p:nvPr/>
            </p:nvSpPr>
            <p:spPr>
              <a:xfrm>
                <a:off x="4111087" y="5397907"/>
                <a:ext cx="1245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B3A193-7D41-C1B8-69E6-BCDAD034D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087" y="5397907"/>
                <a:ext cx="124585" cy="215444"/>
              </a:xfrm>
              <a:prstGeom prst="rect">
                <a:avLst/>
              </a:prstGeom>
              <a:blipFill>
                <a:blip r:embed="rId17"/>
                <a:stretch>
                  <a:fillRect l="-23810" r="-8571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BE569D8-2D02-22B8-DD53-F6C6810160D6}"/>
                  </a:ext>
                </a:extLst>
              </p:cNvPr>
              <p:cNvSpPr txBox="1"/>
              <p:nvPr/>
            </p:nvSpPr>
            <p:spPr>
              <a:xfrm>
                <a:off x="8414684" y="5728982"/>
                <a:ext cx="3777316" cy="693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BE569D8-2D02-22B8-DD53-F6C681016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684" y="5728982"/>
                <a:ext cx="3777316" cy="6935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1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66E9-88F2-06E7-C157-3FBAC5BD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2609C2-6CBE-4F89-5359-A6FDA9168A26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52F6E4-CE30-FB95-4EEC-974D3C88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C2HDM_HDECAY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037FF3E-9A9D-E6AC-ABCC-0BD22EC41567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31490CC-2253-DD99-3C7A-45923ACDD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9F687B-60D6-0898-A16E-AA6B1BAFF86E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[1] arXiv:1711.09419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0C56C4-7A4E-16B5-6422-21F660D1B5D4}"/>
                  </a:ext>
                </a:extLst>
              </p:cNvPr>
              <p:cNvSpPr txBox="1"/>
              <p:nvPr/>
            </p:nvSpPr>
            <p:spPr>
              <a:xfrm>
                <a:off x="0" y="1400671"/>
                <a:ext cx="12192000" cy="4662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The code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C2HDM_HDECAY</a:t>
                </a:r>
                <a:r>
                  <a:rPr lang="en-US" altLang="zh-CN" sz="2000" dirty="0"/>
                  <a:t>[1] is the implementation of the CP-violating 2HDM in the program HDECAY v6.51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	&gt;Calculate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all decay channels </a:t>
                </a:r>
                <a:r>
                  <a:rPr lang="en-US" altLang="zh-CN" sz="2000" dirty="0"/>
                  <a:t>that are kinematically allowed and which have branching ratios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larger 	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altLang="zh-CN" sz="2000" dirty="0"/>
                  <a:t>;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	&gt;The decay widths are computed including the most important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state-of-the-art higher order QCD 	corrections </a:t>
                </a:r>
                <a:r>
                  <a:rPr lang="en-US" altLang="zh-CN" sz="2000" dirty="0"/>
                  <a:t>and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the relevant off-shell decays</a:t>
                </a:r>
                <a:r>
                  <a:rPr lang="en-US" altLang="zh-CN" sz="2000" dirty="0"/>
                  <a:t>. Note, that it does not include off-shell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Higgs-to-Higgs 	decays</a:t>
                </a:r>
                <a:r>
                  <a:rPr lang="en-US" altLang="zh-CN" sz="2000" dirty="0"/>
                  <a:t>, but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only on-shell decays </a:t>
                </a:r>
                <a:r>
                  <a:rPr lang="en-US" altLang="zh-CN" sz="2000" dirty="0"/>
                  <a:t>into a lighter Higgs pair. 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	&gt;Any of the </a:t>
                </a:r>
                <a:r>
                  <a:rPr lang="en-US" altLang="zh-CN" sz="2000" dirty="0">
                    <a:solidFill>
                      <a:srgbClr val="7030A0"/>
                    </a:solidFill>
                  </a:rPr>
                  <a:t>electroweak corrections</a:t>
                </a:r>
                <a:r>
                  <a:rPr lang="en-US" altLang="zh-CN" sz="2000" dirty="0"/>
                  <a:t> isn’t included;</a:t>
                </a:r>
                <a:endParaRPr lang="zh-CN" altLang="en-US" sz="2000" dirty="0"/>
              </a:p>
              <a:p>
                <a:pPr>
                  <a:lnSpc>
                    <a:spcPct val="150000"/>
                  </a:lnSpc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00C56C4-7A4E-16B5-6422-21F660D1B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00671"/>
                <a:ext cx="12192000" cy="4662110"/>
              </a:xfrm>
              <a:prstGeom prst="rect">
                <a:avLst/>
              </a:prstGeom>
              <a:blipFill>
                <a:blip r:embed="rId4"/>
                <a:stretch>
                  <a:fillRect l="-500" r="-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">
            <a:extLst>
              <a:ext uri="{FF2B5EF4-FFF2-40B4-BE49-F238E27FC236}">
                <a16:creationId xmlns:a16="http://schemas.microsoft.com/office/drawing/2014/main" id="{4A8FDEDC-A356-6690-BEC6-879A096C9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2BCB495-40DB-9214-C868-3AA9F05CF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08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BAF7-3C3A-E928-2BB5-E468F81C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63921E-0722-11A5-806A-EA0DE6DB0ECE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3FBC57-5F86-4368-4D12-4745BD59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HiggsTools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F25F493-27FE-E7D1-CF3E-FE27598E1867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E35769C-FF7F-17C3-CB21-4FD6FC265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61F04DF-D588-85F7-8247-0CC06987420C}"/>
                  </a:ext>
                </a:extLst>
              </p:cNvPr>
              <p:cNvSpPr txBox="1"/>
              <p:nvPr/>
            </p:nvSpPr>
            <p:spPr>
              <a:xfrm>
                <a:off x="0" y="968125"/>
                <a:ext cx="12192000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HiggsTools[2] includes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HiggsPredictions(HP)</a:t>
                </a:r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HiggsSignals-3(HS-3) </a:t>
                </a:r>
                <a:r>
                  <a:rPr lang="en-US" altLang="zh-CN" dirty="0"/>
                  <a:t>and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HiggsBounds-6(HB-6) </a:t>
                </a:r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	</a:t>
                </a:r>
                <a:r>
                  <a:rPr lang="en-US" altLang="zh-CN" sz="1400" dirty="0"/>
                  <a:t>&gt;HiggsPredictions</a:t>
                </a:r>
                <a:r>
                  <a:rPr lang="zh-CN" altLang="en-US" sz="1400" dirty="0"/>
                  <a:t> </a:t>
                </a:r>
                <a:r>
                  <a:rPr lang="en-US" altLang="zh-CN" sz="1400" dirty="0"/>
                  <a:t>: </a:t>
                </a:r>
                <a:r>
                  <a:rPr lang="en-US" altLang="zh-CN" sz="1600" b="1" dirty="0"/>
                  <a:t>defines</a:t>
                </a:r>
                <a:r>
                  <a:rPr lang="en-US" altLang="zh-CN" sz="1400" dirty="0"/>
                  <a:t> the scalar particles; </a:t>
                </a:r>
              </a:p>
              <a:p>
                <a:r>
                  <a:rPr lang="en-US" altLang="zh-CN" sz="1400" dirty="0"/>
                  <a:t>			</a:t>
                </a:r>
                <a:r>
                  <a:rPr lang="en-US" altLang="zh-CN" sz="1600" b="1" dirty="0"/>
                  <a:t>inputs</a:t>
                </a:r>
                <a:r>
                  <a:rPr lang="en-US" altLang="zh-CN" sz="1400" dirty="0"/>
                  <a:t> theory prediction for </a:t>
                </a:r>
                <a:r>
                  <a:rPr lang="en-US" altLang="zh-CN" sz="1600" b="1" dirty="0"/>
                  <a:t>decay rates</a:t>
                </a:r>
                <a:r>
                  <a:rPr lang="en-US" altLang="zh-CN" sz="1400" dirty="0"/>
                  <a:t>;</a:t>
                </a:r>
              </a:p>
              <a:p>
                <a:r>
                  <a:rPr lang="en-US" altLang="zh-CN" sz="1400" dirty="0"/>
                  <a:t>			it can </a:t>
                </a:r>
                <a:r>
                  <a:rPr lang="en-US" altLang="zh-CN" sz="1600" b="1" dirty="0"/>
                  <a:t>calculate</a:t>
                </a:r>
                <a:r>
                  <a:rPr lang="en-US" altLang="zh-CN" sz="1400" dirty="0"/>
                  <a:t> the </a:t>
                </a:r>
                <a:r>
                  <a:rPr lang="en-US" altLang="zh-CN" sz="1600" b="1" dirty="0">
                    <a:solidFill>
                      <a:srgbClr val="00B050"/>
                    </a:solidFill>
                  </a:rPr>
                  <a:t>production cross sections</a:t>
                </a:r>
                <a:r>
                  <a:rPr lang="en-US" altLang="zh-CN" sz="1600" b="1" dirty="0"/>
                  <a:t> </a:t>
                </a:r>
                <a:r>
                  <a:rPr lang="en-US" altLang="zh-CN" sz="1400" dirty="0"/>
                  <a:t>of BSM particle briefly by </a:t>
                </a:r>
                <a:r>
                  <a:rPr lang="en-US" altLang="zh-CN" sz="1600" b="1" dirty="0">
                    <a:solidFill>
                      <a:srgbClr val="00B050"/>
                    </a:solidFill>
                  </a:rPr>
                  <a:t>effective couplings modification 				input</a:t>
                </a:r>
                <a:r>
                  <a:rPr lang="en-US" altLang="zh-CN" sz="1600" b="1" dirty="0"/>
                  <a:t>. </a:t>
                </a:r>
              </a:p>
              <a:p>
                <a:r>
                  <a:rPr lang="en-US" altLang="zh-CN" dirty="0"/>
                  <a:t>	</a:t>
                </a:r>
              </a:p>
              <a:p>
                <a:r>
                  <a:rPr lang="en-US" altLang="zh-CN" dirty="0"/>
                  <a:t>	</a:t>
                </a:r>
                <a:r>
                  <a:rPr lang="en-US" altLang="zh-CN" sz="2000" dirty="0"/>
                  <a:t>&gt;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HiggsSignals</a:t>
                </a:r>
                <a:r>
                  <a:rPr lang="en-US" altLang="zh-CN" sz="2000" dirty="0"/>
                  <a:t> : evaluates compatibility with the measurements of the 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Higgs boson detected 				at ∼ 125 GeV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/>
                  <a:t>by 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000" dirty="0"/>
                  <a:t>with </a:t>
                </a:r>
                <a:r>
                  <a:rPr lang="en-US" altLang="zh-CN" sz="2400" b="1" dirty="0"/>
                  <a:t>experimental results with respect 				to the 125GeV signal</a:t>
                </a:r>
                <a:r>
                  <a:rPr lang="en-US" altLang="zh-CN" sz="2000" dirty="0"/>
                  <a:t>.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	</a:t>
                </a:r>
              </a:p>
              <a:p>
                <a:endParaRPr lang="en-US" altLang="zh-CN" sz="1400" dirty="0"/>
              </a:p>
              <a:p>
                <a:endParaRPr lang="en-US" altLang="zh-CN" sz="1400" dirty="0"/>
              </a:p>
              <a:p>
                <a:endParaRPr lang="en-US" altLang="zh-CN" sz="1400" dirty="0"/>
              </a:p>
              <a:p>
                <a:endParaRPr lang="en-US" altLang="zh-CN" sz="1400" dirty="0"/>
              </a:p>
              <a:p>
                <a:endParaRPr lang="en-US" altLang="zh-CN" sz="1400" dirty="0"/>
              </a:p>
              <a:p>
                <a:r>
                  <a:rPr lang="en-US" altLang="zh-CN" sz="1400" dirty="0"/>
                  <a:t>	</a:t>
                </a:r>
              </a:p>
              <a:p>
                <a:r>
                  <a:rPr lang="en-US" altLang="zh-CN" sz="1400" dirty="0"/>
                  <a:t>	&gt;HiggsBounds </a:t>
                </a:r>
                <a:r>
                  <a:rPr lang="zh-CN" altLang="en-US" sz="1400" dirty="0"/>
                  <a:t>：</a:t>
                </a:r>
                <a:r>
                  <a:rPr lang="en-US" altLang="zh-CN" sz="1400" dirty="0"/>
                  <a:t>evaluates </a:t>
                </a:r>
                <a:r>
                  <a:rPr lang="en-US" altLang="zh-CN" sz="1600" b="1" dirty="0"/>
                  <a:t>bounds</a:t>
                </a:r>
                <a:r>
                  <a:rPr lang="en-US" altLang="zh-CN" sz="1400" dirty="0"/>
                  <a:t> from </a:t>
                </a:r>
                <a:r>
                  <a:rPr lang="en-US" altLang="zh-CN" sz="1600" b="1" dirty="0">
                    <a:solidFill>
                      <a:srgbClr val="FF0000"/>
                    </a:solidFill>
                  </a:rPr>
                  <a:t>direct searches for BSM particles </a:t>
                </a:r>
                <a:r>
                  <a:rPr lang="en-US" altLang="zh-CN" sz="1400" dirty="0"/>
                  <a:t>by </a:t>
                </a:r>
                <a:r>
                  <a:rPr lang="en-US" altLang="zh-CN" sz="1600" b="1" dirty="0">
                    <a:solidFill>
                      <a:srgbClr val="00B050"/>
                    </a:solidFill>
                  </a:rPr>
                  <a:t>CLs method</a:t>
                </a:r>
                <a:r>
                  <a:rPr lang="en-US" altLang="zh-CN" sz="1400" dirty="0"/>
                  <a:t>;</a:t>
                </a:r>
              </a:p>
              <a:p>
                <a:r>
                  <a:rPr lang="en-US" altLang="zh-CN" sz="1400" dirty="0"/>
                  <a:t>			</a:t>
                </a:r>
                <a:r>
                  <a:rPr lang="en-US" altLang="zh-CN" sz="1400" i="1" dirty="0">
                    <a:solidFill>
                      <a:schemeClr val="bg2">
                        <a:lumMod val="50000"/>
                      </a:schemeClr>
                    </a:solidFill>
                  </a:rPr>
                  <a:t>(it will calculate </a:t>
                </a:r>
                <a:r>
                  <a:rPr lang="en-US" altLang="zh-CN" sz="1600" i="1" dirty="0">
                    <a:solidFill>
                      <a:schemeClr val="bg2">
                        <a:lumMod val="50000"/>
                      </a:schemeClr>
                    </a:solidFill>
                  </a:rPr>
                  <a:t>expected up limits(95% C.L.) </a:t>
                </a:r>
                <a:r>
                  <a:rPr lang="en-US" altLang="zh-CN" sz="1400" i="1" dirty="0">
                    <a:solidFill>
                      <a:schemeClr val="bg2">
                        <a:lumMod val="50000"/>
                      </a:schemeClr>
                    </a:solidFill>
                  </a:rPr>
                  <a:t>and </a:t>
                </a:r>
                <a:r>
                  <a:rPr lang="en-US" altLang="zh-CN" sz="1600" i="1" dirty="0">
                    <a:solidFill>
                      <a:schemeClr val="bg2">
                        <a:lumMod val="50000"/>
                      </a:schemeClr>
                    </a:solidFill>
                  </a:rPr>
                  <a:t>observed up limits(95% C.L.) </a:t>
                </a:r>
                <a:r>
                  <a:rPr lang="en-US" altLang="zh-CN" sz="1400" i="1" dirty="0">
                    <a:solidFill>
                      <a:schemeClr val="bg2">
                        <a:lumMod val="50000"/>
                      </a:schemeClr>
                    </a:solidFill>
                  </a:rPr>
                  <a:t>for every relevant process with 				respect to every BSM particle; the HiggsBounds limit database contains 258 different experimental limits from LEP and 				the LHC.)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61F04DF-D588-85F7-8247-0CC069874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8125"/>
                <a:ext cx="12192000" cy="5539978"/>
              </a:xfrm>
              <a:prstGeom prst="rect">
                <a:avLst/>
              </a:prstGeom>
              <a:blipFill>
                <a:blip r:embed="rId4"/>
                <a:stretch>
                  <a:fillRect l="-400" t="-660" b="-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8897D59-0B64-8B07-74DE-FB9232391CF0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[2] arXiv:2210.09332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70F756-3F8C-ACF5-2888-1055D51B3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F87C146-894E-3167-3B3A-AAF10499B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图示 6">
                <a:extLst>
                  <a:ext uri="{FF2B5EF4-FFF2-40B4-BE49-F238E27FC236}">
                    <a16:creationId xmlns:a16="http://schemas.microsoft.com/office/drawing/2014/main" id="{2B50C3E8-8FE4-0C6C-4838-FEB5D641474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85124492"/>
                  </p:ext>
                </p:extLst>
              </p:nvPr>
            </p:nvGraphicFramePr>
            <p:xfrm>
              <a:off x="0" y="3689351"/>
              <a:ext cx="12192000" cy="17653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</mc:Choice>
        <mc:Fallback xmlns="">
          <p:graphicFrame>
            <p:nvGraphicFramePr>
              <p:cNvPr id="7" name="图示 6">
                <a:extLst>
                  <a:ext uri="{FF2B5EF4-FFF2-40B4-BE49-F238E27FC236}">
                    <a16:creationId xmlns:a16="http://schemas.microsoft.com/office/drawing/2014/main" id="{2B50C3E8-8FE4-0C6C-4838-FEB5D641474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85124492"/>
                  </p:ext>
                </p:extLst>
              </p:nvPr>
            </p:nvGraphicFramePr>
            <p:xfrm>
              <a:off x="0" y="3689351"/>
              <a:ext cx="12192000" cy="17653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258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0F65B-9AEF-D76D-DA19-3230051CE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1A39091-6632-837F-EAF7-9EABD6761F2C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1D3F6EC-9FCA-936F-AA10-0C7495F8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Measurements used by HiggsSignals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A4A4467-2614-61EA-BBD1-B4D9E9D4C1DB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1BFBE0D-E8C0-C085-7F22-250B79D22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60756F7-73FD-4EBD-9EE8-03896FC4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E8975C3-904F-A0D0-E1CD-00C7ABF74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7085A6-3E64-12C8-91E9-B3CBC397A4F4}"/>
                  </a:ext>
                </a:extLst>
              </p:cNvPr>
              <p:cNvSpPr txBox="1"/>
              <p:nvPr/>
            </p:nvSpPr>
            <p:spPr>
              <a:xfrm>
                <a:off x="-41936" y="934184"/>
                <a:ext cx="112917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7030A0"/>
                    </a:solidFill>
                  </a:rPr>
                  <a:t>All SM Higgs measurements </a:t>
                </a:r>
                <a:r>
                  <a:rPr lang="en-US" altLang="zh-CN" dirty="0"/>
                  <a:t>used by </a:t>
                </a:r>
                <a:r>
                  <a:rPr lang="en-US" altLang="zh-CN" b="1" dirty="0"/>
                  <a:t>HiggsSignals</a:t>
                </a:r>
                <a:r>
                  <a:rPr lang="en-US" altLang="zh-CN" dirty="0"/>
                  <a:t>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comes from 21 experiment reports about: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7085A6-3E64-12C8-91E9-B3CBC397A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936" y="934184"/>
                <a:ext cx="11291746" cy="400110"/>
              </a:xfrm>
              <a:prstGeom prst="rect">
                <a:avLst/>
              </a:prstGeom>
              <a:blipFill>
                <a:blip r:embed="rId4"/>
                <a:stretch>
                  <a:fillRect l="-540" t="-7576" r="-378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图示 12">
                <a:extLst>
                  <a:ext uri="{FF2B5EF4-FFF2-40B4-BE49-F238E27FC236}">
                    <a16:creationId xmlns:a16="http://schemas.microsoft.com/office/drawing/2014/main" id="{4C8EB242-678E-2C5F-85E1-DB36D660549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8601939"/>
                  </p:ext>
                </p:extLst>
              </p:nvPr>
            </p:nvGraphicFramePr>
            <p:xfrm>
              <a:off x="0" y="1303518"/>
              <a:ext cx="12192000" cy="51341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</mc:Choice>
        <mc:Fallback xmlns="">
          <p:graphicFrame>
            <p:nvGraphicFramePr>
              <p:cNvPr id="13" name="图示 12">
                <a:extLst>
                  <a:ext uri="{FF2B5EF4-FFF2-40B4-BE49-F238E27FC236}">
                    <a16:creationId xmlns:a16="http://schemas.microsoft.com/office/drawing/2014/main" id="{4C8EB242-678E-2C5F-85E1-DB36D660549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8601939"/>
                  </p:ext>
                </p:extLst>
              </p:nvPr>
            </p:nvGraphicFramePr>
            <p:xfrm>
              <a:off x="0" y="1303518"/>
              <a:ext cx="12192000" cy="51341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73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373E-672E-721E-1D93-6C4CC0BB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7E88C6-D439-911C-052B-1C6896EBF52A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D8B1BB-501A-4F8F-0C21-D88A8A58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SM Alignment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D9CC951-A462-C60D-23A5-EEA932B1FB47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687A2AB6-3D2D-3017-881E-E48218033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44AFAC-CB19-6853-C95D-81E2A1DEB979}"/>
                  </a:ext>
                </a:extLst>
              </p:cNvPr>
              <p:cNvSpPr txBox="1"/>
              <p:nvPr/>
            </p:nvSpPr>
            <p:spPr>
              <a:xfrm>
                <a:off x="-5514" y="2000919"/>
                <a:ext cx="12191999" cy="114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Let’s set 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/>
                  <a:t> </a:t>
                </a:r>
                <a:r>
                  <a:rPr lang="en-US" altLang="zh-CN" sz="2000" dirty="0"/>
                  <a:t>as the </a:t>
                </a:r>
                <a:r>
                  <a:rPr lang="en-US" altLang="zh-CN" sz="2400" b="1" dirty="0"/>
                  <a:t>125 GeV SM-like Higgs and CP-even</a:t>
                </a:r>
                <a:r>
                  <a:rPr lang="en-US" altLang="zh-CN" sz="2000" dirty="0"/>
                  <a:t>, and all of the effective coupling modifications become </a:t>
                </a:r>
                <a:r>
                  <a:rPr lang="en-US" altLang="zh-CN" sz="2400" b="1" dirty="0"/>
                  <a:t>1</a:t>
                </a:r>
                <a:r>
                  <a:rPr lang="en-US" altLang="zh-CN" sz="2000" dirty="0"/>
                  <a:t>. So, the mixing angels 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should satisfy</a:t>
                </a:r>
                <a:r>
                  <a:rPr lang="zh-CN" altLang="en-US" sz="2000" dirty="0"/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44AFAC-CB19-6853-C95D-81E2A1DEB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14" y="2000919"/>
                <a:ext cx="12191999" cy="1144031"/>
              </a:xfrm>
              <a:prstGeom prst="rect">
                <a:avLst/>
              </a:prstGeom>
              <a:blipFill>
                <a:blip r:embed="rId4"/>
                <a:stretch>
                  <a:fillRect l="-500" b="-11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E20229C-FCDD-FD3E-5C04-B3D588284175}"/>
                  </a:ext>
                </a:extLst>
              </p:cNvPr>
              <p:cNvSpPr txBox="1"/>
              <p:nvPr/>
            </p:nvSpPr>
            <p:spPr>
              <a:xfrm>
                <a:off x="10104376" y="5125421"/>
                <a:ext cx="2087623" cy="736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  <a:p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E20229C-FCDD-FD3E-5C04-B3D588284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376" y="5125421"/>
                <a:ext cx="2087623" cy="736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7591292-DAF5-4E72-FB5D-4C66536E8446}"/>
                  </a:ext>
                </a:extLst>
              </p:cNvPr>
              <p:cNvSpPr txBox="1"/>
              <p:nvPr/>
            </p:nvSpPr>
            <p:spPr>
              <a:xfrm>
                <a:off x="10247845" y="5691880"/>
                <a:ext cx="1800686" cy="521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7591292-DAF5-4E72-FB5D-4C66536E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845" y="5691880"/>
                <a:ext cx="1800686" cy="521553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D2E6EF-AFFF-434F-6CC8-6FBA9C9D4F31}"/>
                  </a:ext>
                </a:extLst>
              </p:cNvPr>
              <p:cNvSpPr txBox="1"/>
              <p:nvPr/>
            </p:nvSpPr>
            <p:spPr>
              <a:xfrm>
                <a:off x="10247845" y="6238257"/>
                <a:ext cx="186506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D2E6EF-AFFF-434F-6CC8-6FBA9C9D4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845" y="6238257"/>
                <a:ext cx="1865062" cy="215444"/>
              </a:xfrm>
              <a:prstGeom prst="rect">
                <a:avLst/>
              </a:prstGeom>
              <a:blipFill>
                <a:blip r:embed="rId7"/>
                <a:stretch>
                  <a:fillRect l="-654" r="-2614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C87439E-3EA3-C94E-4FD9-D7C257E4EC5B}"/>
                  </a:ext>
                </a:extLst>
              </p:cNvPr>
              <p:cNvSpPr txBox="1"/>
              <p:nvPr/>
            </p:nvSpPr>
            <p:spPr>
              <a:xfrm>
                <a:off x="5590381" y="3172126"/>
                <a:ext cx="10002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C87439E-3EA3-C94E-4FD9-D7C257E4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381" y="3172126"/>
                <a:ext cx="1000210" cy="369332"/>
              </a:xfrm>
              <a:prstGeom prst="rect">
                <a:avLst/>
              </a:prstGeom>
              <a:blipFill>
                <a:blip r:embed="rId8"/>
                <a:stretch>
                  <a:fillRect l="-2439" r="-9146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928AB7E-AE39-F078-3EC4-0CFA267FFB7C}"/>
                  </a:ext>
                </a:extLst>
              </p:cNvPr>
              <p:cNvSpPr txBox="1"/>
              <p:nvPr/>
            </p:nvSpPr>
            <p:spPr>
              <a:xfrm>
                <a:off x="5605000" y="3561696"/>
                <a:ext cx="9820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928AB7E-AE39-F078-3EC4-0CFA267F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000" y="3561696"/>
                <a:ext cx="982000" cy="369332"/>
              </a:xfrm>
              <a:prstGeom prst="rect">
                <a:avLst/>
              </a:prstGeom>
              <a:blipFill>
                <a:blip r:embed="rId9"/>
                <a:stretch>
                  <a:fillRect l="-2469" r="-6173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85DA91-0D70-A1F7-0565-9A5891B8BFCD}"/>
                  </a:ext>
                </a:extLst>
              </p:cNvPr>
              <p:cNvSpPr txBox="1"/>
              <p:nvPr/>
            </p:nvSpPr>
            <p:spPr>
              <a:xfrm>
                <a:off x="2611761" y="4574560"/>
                <a:ext cx="685793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6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85DA91-0D70-A1F7-0565-9A5891B8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761" y="4574560"/>
                <a:ext cx="6857935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A6382E4-1AD0-880E-A7EB-470D4FBFA7B7}"/>
              </a:ext>
            </a:extLst>
          </p:cNvPr>
          <p:cNvSpPr txBox="1"/>
          <p:nvPr/>
        </p:nvSpPr>
        <p:spPr>
          <a:xfrm>
            <a:off x="-48994" y="3995678"/>
            <a:ext cx="5322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Then ,the effective couplings modification factors become: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CE39CC-74F0-3CF3-6712-1BC49E026822}"/>
                  </a:ext>
                </a:extLst>
              </p:cNvPr>
              <p:cNvSpPr txBox="1"/>
              <p:nvPr/>
            </p:nvSpPr>
            <p:spPr>
              <a:xfrm>
                <a:off x="4690199" y="4851559"/>
                <a:ext cx="23517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CE39CC-74F0-3CF3-6712-1BC49E02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199" y="4851559"/>
                <a:ext cx="2351734" cy="215444"/>
              </a:xfrm>
              <a:prstGeom prst="rect">
                <a:avLst/>
              </a:prstGeom>
              <a:blipFill>
                <a:blip r:embed="rId11"/>
                <a:stretch>
                  <a:fillRect l="-1813" t="-2857" r="-1036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83E7FA-93B2-7C5E-2632-3367DA0A2699}"/>
                  </a:ext>
                </a:extLst>
              </p:cNvPr>
              <p:cNvSpPr txBox="1"/>
              <p:nvPr/>
            </p:nvSpPr>
            <p:spPr>
              <a:xfrm>
                <a:off x="4891151" y="4269963"/>
                <a:ext cx="1822550" cy="268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83E7FA-93B2-7C5E-2632-3367DA0A2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151" y="4269963"/>
                <a:ext cx="1822550" cy="268471"/>
              </a:xfrm>
              <a:prstGeom prst="rect">
                <a:avLst/>
              </a:prstGeom>
              <a:blipFill>
                <a:blip r:embed="rId12"/>
                <a:stretch>
                  <a:fillRect l="-669" r="-334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46F2771-FE6E-16FF-0DAD-C60C686C6C46}"/>
                  </a:ext>
                </a:extLst>
              </p:cNvPr>
              <p:cNvSpPr txBox="1"/>
              <p:nvPr/>
            </p:nvSpPr>
            <p:spPr>
              <a:xfrm>
                <a:off x="3529047" y="5109908"/>
                <a:ext cx="4273414" cy="6489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46F2771-FE6E-16FF-0DAD-C60C686C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047" y="5109908"/>
                <a:ext cx="4273414" cy="648960"/>
              </a:xfrm>
              <a:prstGeom prst="rect">
                <a:avLst/>
              </a:prstGeom>
              <a:blipFill>
                <a:blip r:embed="rId13"/>
                <a:stretch>
                  <a:fillRect t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2F261563-BA81-1329-58DE-16B1A86A0743}"/>
              </a:ext>
            </a:extLst>
          </p:cNvPr>
          <p:cNvSpPr txBox="1"/>
          <p:nvPr/>
        </p:nvSpPr>
        <p:spPr>
          <a:xfrm>
            <a:off x="0" y="974785"/>
            <a:ext cx="12191999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SM alignment means we should create a scalar particle that is </a:t>
            </a:r>
            <a:r>
              <a:rPr lang="en-US" altLang="zh-CN" sz="2400" dirty="0">
                <a:solidFill>
                  <a:srgbClr val="FF0000"/>
                </a:solidFill>
              </a:rPr>
              <a:t>almost the same as SM Higgs boson, and other scalar particles have negligible impacts on it.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DDF22F-9D8C-12C3-5524-954B78886FBC}"/>
              </a:ext>
            </a:extLst>
          </p:cNvPr>
          <p:cNvSpPr txBox="1"/>
          <p:nvPr/>
        </p:nvSpPr>
        <p:spPr>
          <a:xfrm>
            <a:off x="0" y="5657670"/>
            <a:ext cx="8286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Then what about other parameters? </a:t>
            </a:r>
          </a:p>
          <a:p>
            <a:r>
              <a:rPr lang="en-US" altLang="zh-CN" sz="2400" dirty="0">
                <a:solidFill>
                  <a:srgbClr val="00B050"/>
                </a:solidFill>
              </a:rPr>
              <a:t>Let’s test their impacts on our SM-like Higgs by HiggsSignals.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227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E599-F710-57A5-4269-6A8A425F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E829F57-E0F1-F210-F5BC-E830BA75D947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FB3F302-01D4-B9F9-E2D2-B304952925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FB3F302-01D4-B9F9-E2D2-B30495292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32BCC94-6CAA-8226-75E0-C85C208A3BAE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E40A8A21-3EAD-6858-2AD5-00464E72F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1D2EDB-0442-727D-25AE-A9E652D0D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31430"/>
            <a:ext cx="5199757" cy="30617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F91429E-7BF4-DCB9-B147-99DDA80A6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180" y="1032436"/>
            <a:ext cx="4629216" cy="2748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954777-D813-02BA-4C28-3D47906E95DB}"/>
                  </a:ext>
                </a:extLst>
              </p:cNvPr>
              <p:cNvSpPr txBox="1"/>
              <p:nvPr/>
            </p:nvSpPr>
            <p:spPr>
              <a:xfrm>
                <a:off x="0" y="5883215"/>
                <a:ext cx="5199757" cy="582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So,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=650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𝐺𝑒𝑉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954777-D813-02BA-4C28-3D47906E9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883215"/>
                <a:ext cx="5199757" cy="582275"/>
              </a:xfrm>
              <a:prstGeom prst="rect">
                <a:avLst/>
              </a:prstGeom>
              <a:blipFill>
                <a:blip r:embed="rId7"/>
                <a:stretch>
                  <a:fillRect l="-1758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362A7B8-E274-67CC-7588-0E1B5B527E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180" y="3803456"/>
            <a:ext cx="4553020" cy="26620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2D7392-4731-E902-2B44-652E88E2261C}"/>
                  </a:ext>
                </a:extLst>
              </p:cNvPr>
              <p:cNvSpPr txBox="1"/>
              <p:nvPr/>
            </p:nvSpPr>
            <p:spPr>
              <a:xfrm>
                <a:off x="745806" y="1036741"/>
                <a:ext cx="409639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2D7392-4731-E902-2B44-652E88E22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06" y="1036741"/>
                <a:ext cx="409639" cy="513282"/>
              </a:xfrm>
              <a:prstGeom prst="rect">
                <a:avLst/>
              </a:prstGeom>
              <a:blipFill>
                <a:blip r:embed="rId9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23DC3D1-A560-A74F-3D5D-48D40670C6D3}"/>
                  </a:ext>
                </a:extLst>
              </p:cNvPr>
              <p:cNvSpPr txBox="1"/>
              <p:nvPr/>
            </p:nvSpPr>
            <p:spPr>
              <a:xfrm>
                <a:off x="7305723" y="1144513"/>
                <a:ext cx="53237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23DC3D1-A560-A74F-3D5D-48D40670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723" y="1144513"/>
                <a:ext cx="532377" cy="560218"/>
              </a:xfrm>
              <a:prstGeom prst="rect">
                <a:avLst/>
              </a:prstGeom>
              <a:blipFill>
                <a:blip r:embed="rId10"/>
                <a:stretch>
                  <a:fillRect r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D2EB44-2C0B-878F-D800-F5C8D3EF52CE}"/>
                  </a:ext>
                </a:extLst>
              </p:cNvPr>
              <p:cNvSpPr txBox="1"/>
              <p:nvPr/>
            </p:nvSpPr>
            <p:spPr>
              <a:xfrm>
                <a:off x="10331450" y="3813107"/>
                <a:ext cx="53237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D2EB44-2C0B-878F-D800-F5C8D3EF5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1450" y="3813107"/>
                <a:ext cx="532377" cy="560218"/>
              </a:xfrm>
              <a:prstGeom prst="rect">
                <a:avLst/>
              </a:prstGeom>
              <a:blipFill>
                <a:blip r:embed="rId11"/>
                <a:stretch>
                  <a:fillRect r="-28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01A9FDD-FB69-E4ED-19C3-260B58E35323}"/>
                  </a:ext>
                </a:extLst>
              </p:cNvPr>
              <p:cNvSpPr txBox="1"/>
              <p:nvPr/>
            </p:nvSpPr>
            <p:spPr>
              <a:xfrm>
                <a:off x="0" y="4149861"/>
                <a:ext cx="2328266" cy="389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01A9FDD-FB69-E4ED-19C3-260B58E3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49861"/>
                <a:ext cx="2328266" cy="389337"/>
              </a:xfrm>
              <a:prstGeom prst="rect">
                <a:avLst/>
              </a:prstGeom>
              <a:blipFill>
                <a:blip r:embed="rId12"/>
                <a:stretch>
                  <a:fillRect l="-2094" r="-524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E1D93C-ADA4-32F3-AAB6-3A4A5F63C3C0}"/>
                  </a:ext>
                </a:extLst>
              </p:cNvPr>
              <p:cNvSpPr txBox="1"/>
              <p:nvPr/>
            </p:nvSpPr>
            <p:spPr>
              <a:xfrm>
                <a:off x="-105528" y="4605866"/>
                <a:ext cx="5363328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(&gt;150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𝐺𝑒𝑉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are insensitive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E1D93C-ADA4-32F3-AAB6-3A4A5F63C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528" y="4605866"/>
                <a:ext cx="5363328" cy="493405"/>
              </a:xfrm>
              <a:prstGeom prst="rect">
                <a:avLst/>
              </a:prstGeom>
              <a:blipFill>
                <a:blip r:embed="rId13"/>
                <a:stretch>
                  <a:fillRect t="-7500" r="-68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250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AD32-3301-07FA-A35F-595B910F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E2D175-DE02-C51D-4676-AF95CD78A5E9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821D4E3-69C7-7EA0-4DFB-E7DE0B1C51EA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9314B17-B624-CC1B-665D-747640BB8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F64691-C2AA-9F74-5578-A3CCE9A433E2}"/>
                  </a:ext>
                </a:extLst>
              </p:cNvPr>
              <p:cNvSpPr txBox="1"/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Then for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F64691-C2AA-9F74-5578-A3CCE9A4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blipFill>
                <a:blip r:embed="rId4"/>
                <a:stretch>
                  <a:fillRect l="-448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0C5C3AAB-6E6F-D1F7-0A95-28E0E633E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980" y="1361355"/>
            <a:ext cx="4716841" cy="28350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9403C7-E4FC-9E0A-2146-957827021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862" y="3788760"/>
            <a:ext cx="4716840" cy="26795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93E2DF5-9051-7CAF-0C68-DBBE1527B2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659" y="996972"/>
            <a:ext cx="4604043" cy="27631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DB89F4B-1018-7442-122C-FBA2119367E0}"/>
              </a:ext>
            </a:extLst>
          </p:cNvPr>
          <p:cNvSpPr txBox="1"/>
          <p:nvPr/>
        </p:nvSpPr>
        <p:spPr>
          <a:xfrm>
            <a:off x="8751049" y="2761455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</a:rPr>
              <a:t>1606.02266</a:t>
            </a:r>
            <a:endParaRPr lang="zh-CN" altLang="en-US" sz="1100" dirty="0">
              <a:solidFill>
                <a:srgbClr val="0070C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6D301E-BDCB-D593-5F91-F3194D53432D}"/>
              </a:ext>
            </a:extLst>
          </p:cNvPr>
          <p:cNvSpPr txBox="1"/>
          <p:nvPr/>
        </p:nvSpPr>
        <p:spPr>
          <a:xfrm>
            <a:off x="9190433" y="3023065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00B050"/>
                </a:solidFill>
              </a:rPr>
              <a:t>2207.00348</a:t>
            </a:r>
            <a:endParaRPr lang="zh-CN" altLang="en-US" sz="1100" dirty="0">
              <a:solidFill>
                <a:srgbClr val="00B05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EA7BB4-6519-E91F-FB93-9B0B15FB5224}"/>
              </a:ext>
            </a:extLst>
          </p:cNvPr>
          <p:cNvSpPr txBox="1"/>
          <p:nvPr/>
        </p:nvSpPr>
        <p:spPr>
          <a:xfrm>
            <a:off x="8684656" y="114703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7030A0"/>
                </a:solidFill>
              </a:rPr>
              <a:t>2103.06956</a:t>
            </a:r>
            <a:endParaRPr lang="zh-CN" altLang="en-US" sz="11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2CAFC8-153F-5501-6E7B-4B9732673506}"/>
                  </a:ext>
                </a:extLst>
              </p:cNvPr>
              <p:cNvSpPr txBox="1"/>
              <p:nvPr/>
            </p:nvSpPr>
            <p:spPr>
              <a:xfrm>
                <a:off x="9797747" y="5766779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2CAFC8-153F-5501-6E7B-4B9732673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747" y="5766779"/>
                <a:ext cx="542905" cy="169277"/>
              </a:xfrm>
              <a:prstGeom prst="rect">
                <a:avLst/>
              </a:prstGeom>
              <a:blipFill>
                <a:blip r:embed="rId9"/>
                <a:stretch>
                  <a:fillRect l="-5618" r="-4494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82D5B2-1C43-16A2-B4B8-035765204DAC}"/>
                  </a:ext>
                </a:extLst>
              </p:cNvPr>
              <p:cNvSpPr txBox="1"/>
              <p:nvPr/>
            </p:nvSpPr>
            <p:spPr>
              <a:xfrm>
                <a:off x="9805680" y="4571784"/>
                <a:ext cx="5525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1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82D5B2-1C43-16A2-B4B8-03576520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680" y="4571784"/>
                <a:ext cx="552524" cy="169277"/>
              </a:xfrm>
              <a:prstGeom prst="rect">
                <a:avLst/>
              </a:prstGeom>
              <a:blipFill>
                <a:blip r:embed="rId10"/>
                <a:stretch>
                  <a:fillRect l="-4444" r="-5556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52C0F6-389C-6031-24FC-878A91608E7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563423" y="1277836"/>
            <a:ext cx="1329597" cy="4581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172D545-0705-8E05-6677-214C6B8DD564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0069200" y="1863644"/>
            <a:ext cx="823820" cy="129022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43C2DC5-EEA5-BEF1-EEF2-EBE68CDFCFE8}"/>
                  </a:ext>
                </a:extLst>
              </p:cNvPr>
              <p:cNvSpPr txBox="1"/>
              <p:nvPr/>
            </p:nvSpPr>
            <p:spPr>
              <a:xfrm>
                <a:off x="10983304" y="1694367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43C2DC5-EEA5-BEF1-EEF2-EBE68CDFC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3304" y="1694367"/>
                <a:ext cx="542905" cy="169277"/>
              </a:xfrm>
              <a:prstGeom prst="rect">
                <a:avLst/>
              </a:prstGeom>
              <a:blipFill>
                <a:blip r:embed="rId11"/>
                <a:stretch>
                  <a:fillRect l="-5618" r="-4494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2376ED-8D5F-6BEC-3E43-1A55CD8A00F0}"/>
                  </a:ext>
                </a:extLst>
              </p:cNvPr>
              <p:cNvSpPr txBox="1"/>
              <p:nvPr/>
            </p:nvSpPr>
            <p:spPr>
              <a:xfrm>
                <a:off x="-50799" y="4229162"/>
                <a:ext cx="8183651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actually, HiggsSignals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with experimental results instead</a:t>
                </a:r>
              </a:p>
              <a:p>
                <a:r>
                  <a:rPr lang="en-US" altLang="zh-CN" dirty="0"/>
                  <a:t>of SM predictions.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BFP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in the figure doesn’t mean SM Alignment</a:t>
                </a:r>
                <a:r>
                  <a:rPr lang="en-US" altLang="zh-CN" sz="2000" dirty="0"/>
                  <a:t>.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2376ED-8D5F-6BEC-3E43-1A55CD8A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4229162"/>
                <a:ext cx="8183651" cy="677108"/>
              </a:xfrm>
              <a:prstGeom prst="rect">
                <a:avLst/>
              </a:prstGeom>
              <a:blipFill>
                <a:blip r:embed="rId12"/>
                <a:stretch>
                  <a:fillRect l="-671" t="-5405" b="-15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3D16D538-DBE0-1D44-D699-9882B3918A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939062"/>
            <a:ext cx="2965412" cy="9490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393D8E1-7E14-8F92-8B61-0365A52219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98" y="6046870"/>
            <a:ext cx="460467" cy="28307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1BD339D-DF03-AB22-B576-C8255766B1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118" y="6022476"/>
            <a:ext cx="1067340" cy="33186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AD4A37-BDEE-7937-58CF-1FA990189CC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9458" y="6040055"/>
            <a:ext cx="1303680" cy="2199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41756FF-65B9-F131-3BC6-65F474E2931A}"/>
              </a:ext>
            </a:extLst>
          </p:cNvPr>
          <p:cNvSpPr txBox="1"/>
          <p:nvPr/>
        </p:nvSpPr>
        <p:spPr>
          <a:xfrm>
            <a:off x="9471223" y="2493220"/>
            <a:ext cx="7758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LHC 7&amp;8TeV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08DE3FD-C848-090A-2EC9-9E41C26E0DD1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9190433" y="2577858"/>
            <a:ext cx="280790" cy="18359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标题 1">
                <a:extLst>
                  <a:ext uri="{FF2B5EF4-FFF2-40B4-BE49-F238E27FC236}">
                    <a16:creationId xmlns:a16="http://schemas.microsoft.com/office/drawing/2014/main" id="{DAA9F645-CC3C-B1F3-5D9E-E34C6BE657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0515600" cy="86797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标题 1">
                <a:extLst>
                  <a:ext uri="{FF2B5EF4-FFF2-40B4-BE49-F238E27FC236}">
                    <a16:creationId xmlns:a16="http://schemas.microsoft.com/office/drawing/2014/main" id="{DAA9F645-CC3C-B1F3-5D9E-E34C6BE65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0515600" cy="867978"/>
              </a:xfrm>
              <a:prstGeom prst="rect">
                <a:avLst/>
              </a:prstGeom>
              <a:blipFill>
                <a:blip r:embed="rId17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7FFF508D-435C-7B62-7FCB-4155209181AE}"/>
              </a:ext>
            </a:extLst>
          </p:cNvPr>
          <p:cNvSpPr/>
          <p:nvPr/>
        </p:nvSpPr>
        <p:spPr>
          <a:xfrm>
            <a:off x="1851348" y="5555530"/>
            <a:ext cx="645460" cy="2635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4B8AF41-19C2-6ED8-1561-B9B74B96CAC8}"/>
              </a:ext>
            </a:extLst>
          </p:cNvPr>
          <p:cNvCxnSpPr>
            <a:cxnSpLocks/>
          </p:cNvCxnSpPr>
          <p:nvPr/>
        </p:nvCxnSpPr>
        <p:spPr>
          <a:xfrm flipV="1">
            <a:off x="4922774" y="5177809"/>
            <a:ext cx="720000" cy="540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19B8551-34F1-8307-BEA5-8865C0EBBE07}"/>
              </a:ext>
            </a:extLst>
          </p:cNvPr>
          <p:cNvCxnSpPr>
            <a:cxnSpLocks/>
          </p:cNvCxnSpPr>
          <p:nvPr/>
        </p:nvCxnSpPr>
        <p:spPr>
          <a:xfrm>
            <a:off x="4922774" y="5717809"/>
            <a:ext cx="720000" cy="540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C6C254D-A183-2D7B-7012-F305DCA2049D}"/>
              </a:ext>
            </a:extLst>
          </p:cNvPr>
          <p:cNvCxnSpPr>
            <a:cxnSpLocks/>
          </p:cNvCxnSpPr>
          <p:nvPr/>
        </p:nvCxnSpPr>
        <p:spPr>
          <a:xfrm flipV="1">
            <a:off x="4022774" y="5717809"/>
            <a:ext cx="900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05C0817-3410-835E-F480-068A754E93B2}"/>
                  </a:ext>
                </a:extLst>
              </p:cNvPr>
              <p:cNvSpPr txBox="1"/>
              <p:nvPr/>
            </p:nvSpPr>
            <p:spPr>
              <a:xfrm>
                <a:off x="4348156" y="5427747"/>
                <a:ext cx="24923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05C0817-3410-835E-F480-068A754E9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156" y="5427747"/>
                <a:ext cx="249235" cy="215444"/>
              </a:xfrm>
              <a:prstGeom prst="rect">
                <a:avLst/>
              </a:prstGeom>
              <a:blipFill>
                <a:blip r:embed="rId18"/>
                <a:stretch>
                  <a:fillRect l="-1463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324A77-1C02-A0B0-A833-93695AA1B516}"/>
                  </a:ext>
                </a:extLst>
              </p:cNvPr>
              <p:cNvSpPr txBox="1"/>
              <p:nvPr/>
            </p:nvSpPr>
            <p:spPr>
              <a:xfrm>
                <a:off x="5039548" y="5221235"/>
                <a:ext cx="2884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324A77-1C02-A0B0-A833-93695AA1B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548" y="5221235"/>
                <a:ext cx="288412" cy="215444"/>
              </a:xfrm>
              <a:prstGeom prst="rect">
                <a:avLst/>
              </a:prstGeom>
              <a:blipFill>
                <a:blip r:embed="rId19"/>
                <a:stretch>
                  <a:fillRect l="-12766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3DA9A13-C196-A6F3-1337-6F5B73F73371}"/>
                  </a:ext>
                </a:extLst>
              </p:cNvPr>
              <p:cNvSpPr txBox="1"/>
              <p:nvPr/>
            </p:nvSpPr>
            <p:spPr>
              <a:xfrm>
                <a:off x="4961493" y="5994186"/>
                <a:ext cx="2884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3DA9A13-C196-A6F3-1337-6F5B73F73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493" y="5994186"/>
                <a:ext cx="288412" cy="215444"/>
              </a:xfrm>
              <a:prstGeom prst="rect">
                <a:avLst/>
              </a:prstGeom>
              <a:blipFill>
                <a:blip r:embed="rId20"/>
                <a:stretch>
                  <a:fillRect l="-12766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70E413E-3D2C-B22B-5D35-F1BEC0CB026D}"/>
              </a:ext>
            </a:extLst>
          </p:cNvPr>
          <p:cNvCxnSpPr/>
          <p:nvPr/>
        </p:nvCxnSpPr>
        <p:spPr>
          <a:xfrm>
            <a:off x="5642774" y="5221235"/>
            <a:ext cx="0" cy="10357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138225F9-A944-C09C-663B-62C65C1794DD}"/>
              </a:ext>
            </a:extLst>
          </p:cNvPr>
          <p:cNvSpPr/>
          <p:nvPr/>
        </p:nvSpPr>
        <p:spPr>
          <a:xfrm>
            <a:off x="5650674" y="5114712"/>
            <a:ext cx="779388" cy="79780"/>
          </a:xfrm>
          <a:custGeom>
            <a:avLst/>
            <a:gdLst>
              <a:gd name="connsiteX0" fmla="*/ 0 w 779388"/>
              <a:gd name="connsiteY0" fmla="*/ 79780 h 79780"/>
              <a:gd name="connsiteX1" fmla="*/ 67506 w 779388"/>
              <a:gd name="connsiteY1" fmla="*/ 24548 h 79780"/>
              <a:gd name="connsiteX2" fmla="*/ 135012 w 779388"/>
              <a:gd name="connsiteY2" fmla="*/ 73643 h 79780"/>
              <a:gd name="connsiteX3" fmla="*/ 220929 w 779388"/>
              <a:gd name="connsiteY3" fmla="*/ 18411 h 79780"/>
              <a:gd name="connsiteX4" fmla="*/ 288435 w 779388"/>
              <a:gd name="connsiteY4" fmla="*/ 73643 h 79780"/>
              <a:gd name="connsiteX5" fmla="*/ 374352 w 779388"/>
              <a:gd name="connsiteY5" fmla="*/ 12274 h 79780"/>
              <a:gd name="connsiteX6" fmla="*/ 447995 w 779388"/>
              <a:gd name="connsiteY6" fmla="*/ 61369 h 79780"/>
              <a:gd name="connsiteX7" fmla="*/ 533911 w 779388"/>
              <a:gd name="connsiteY7" fmla="*/ 6137 h 79780"/>
              <a:gd name="connsiteX8" fmla="*/ 613691 w 779388"/>
              <a:gd name="connsiteY8" fmla="*/ 67506 h 79780"/>
              <a:gd name="connsiteX9" fmla="*/ 699608 w 779388"/>
              <a:gd name="connsiteY9" fmla="*/ 0 h 79780"/>
              <a:gd name="connsiteX10" fmla="*/ 779388 w 779388"/>
              <a:gd name="connsiteY10" fmla="*/ 67506 h 7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9388" h="79780">
                <a:moveTo>
                  <a:pt x="0" y="79780"/>
                </a:moveTo>
                <a:cubicBezTo>
                  <a:pt x="22502" y="52675"/>
                  <a:pt x="45004" y="25571"/>
                  <a:pt x="67506" y="24548"/>
                </a:cubicBezTo>
                <a:cubicBezTo>
                  <a:pt x="90008" y="23525"/>
                  <a:pt x="109442" y="74666"/>
                  <a:pt x="135012" y="73643"/>
                </a:cubicBezTo>
                <a:cubicBezTo>
                  <a:pt x="160582" y="72620"/>
                  <a:pt x="195359" y="18411"/>
                  <a:pt x="220929" y="18411"/>
                </a:cubicBezTo>
                <a:cubicBezTo>
                  <a:pt x="246499" y="18411"/>
                  <a:pt x="262865" y="74666"/>
                  <a:pt x="288435" y="73643"/>
                </a:cubicBezTo>
                <a:cubicBezTo>
                  <a:pt x="314005" y="72620"/>
                  <a:pt x="347759" y="14320"/>
                  <a:pt x="374352" y="12274"/>
                </a:cubicBezTo>
                <a:cubicBezTo>
                  <a:pt x="400945" y="10228"/>
                  <a:pt x="421402" y="62392"/>
                  <a:pt x="447995" y="61369"/>
                </a:cubicBezTo>
                <a:cubicBezTo>
                  <a:pt x="474588" y="60346"/>
                  <a:pt x="506295" y="5114"/>
                  <a:pt x="533911" y="6137"/>
                </a:cubicBezTo>
                <a:cubicBezTo>
                  <a:pt x="561527" y="7160"/>
                  <a:pt x="586075" y="68529"/>
                  <a:pt x="613691" y="67506"/>
                </a:cubicBezTo>
                <a:cubicBezTo>
                  <a:pt x="641307" y="66483"/>
                  <a:pt x="671992" y="0"/>
                  <a:pt x="699608" y="0"/>
                </a:cubicBezTo>
                <a:cubicBezTo>
                  <a:pt x="727224" y="0"/>
                  <a:pt x="753306" y="33753"/>
                  <a:pt x="779388" y="67506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E7F5831-E660-7074-C6E6-86613278305D}"/>
              </a:ext>
            </a:extLst>
          </p:cNvPr>
          <p:cNvSpPr/>
          <p:nvPr/>
        </p:nvSpPr>
        <p:spPr>
          <a:xfrm>
            <a:off x="5655337" y="6163363"/>
            <a:ext cx="779388" cy="79780"/>
          </a:xfrm>
          <a:custGeom>
            <a:avLst/>
            <a:gdLst>
              <a:gd name="connsiteX0" fmla="*/ 0 w 779388"/>
              <a:gd name="connsiteY0" fmla="*/ 79780 h 79780"/>
              <a:gd name="connsiteX1" fmla="*/ 67506 w 779388"/>
              <a:gd name="connsiteY1" fmla="*/ 24548 h 79780"/>
              <a:gd name="connsiteX2" fmla="*/ 135012 w 779388"/>
              <a:gd name="connsiteY2" fmla="*/ 73643 h 79780"/>
              <a:gd name="connsiteX3" fmla="*/ 220929 w 779388"/>
              <a:gd name="connsiteY3" fmla="*/ 18411 h 79780"/>
              <a:gd name="connsiteX4" fmla="*/ 288435 w 779388"/>
              <a:gd name="connsiteY4" fmla="*/ 73643 h 79780"/>
              <a:gd name="connsiteX5" fmla="*/ 374352 w 779388"/>
              <a:gd name="connsiteY5" fmla="*/ 12274 h 79780"/>
              <a:gd name="connsiteX6" fmla="*/ 447995 w 779388"/>
              <a:gd name="connsiteY6" fmla="*/ 61369 h 79780"/>
              <a:gd name="connsiteX7" fmla="*/ 533911 w 779388"/>
              <a:gd name="connsiteY7" fmla="*/ 6137 h 79780"/>
              <a:gd name="connsiteX8" fmla="*/ 613691 w 779388"/>
              <a:gd name="connsiteY8" fmla="*/ 67506 h 79780"/>
              <a:gd name="connsiteX9" fmla="*/ 699608 w 779388"/>
              <a:gd name="connsiteY9" fmla="*/ 0 h 79780"/>
              <a:gd name="connsiteX10" fmla="*/ 779388 w 779388"/>
              <a:gd name="connsiteY10" fmla="*/ 67506 h 7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9388" h="79780">
                <a:moveTo>
                  <a:pt x="0" y="79780"/>
                </a:moveTo>
                <a:cubicBezTo>
                  <a:pt x="22502" y="52675"/>
                  <a:pt x="45004" y="25571"/>
                  <a:pt x="67506" y="24548"/>
                </a:cubicBezTo>
                <a:cubicBezTo>
                  <a:pt x="90008" y="23525"/>
                  <a:pt x="109442" y="74666"/>
                  <a:pt x="135012" y="73643"/>
                </a:cubicBezTo>
                <a:cubicBezTo>
                  <a:pt x="160582" y="72620"/>
                  <a:pt x="195359" y="18411"/>
                  <a:pt x="220929" y="18411"/>
                </a:cubicBezTo>
                <a:cubicBezTo>
                  <a:pt x="246499" y="18411"/>
                  <a:pt x="262865" y="74666"/>
                  <a:pt x="288435" y="73643"/>
                </a:cubicBezTo>
                <a:cubicBezTo>
                  <a:pt x="314005" y="72620"/>
                  <a:pt x="347759" y="14320"/>
                  <a:pt x="374352" y="12274"/>
                </a:cubicBezTo>
                <a:cubicBezTo>
                  <a:pt x="400945" y="10228"/>
                  <a:pt x="421402" y="62392"/>
                  <a:pt x="447995" y="61369"/>
                </a:cubicBezTo>
                <a:cubicBezTo>
                  <a:pt x="474588" y="60346"/>
                  <a:pt x="506295" y="5114"/>
                  <a:pt x="533911" y="6137"/>
                </a:cubicBezTo>
                <a:cubicBezTo>
                  <a:pt x="561527" y="7160"/>
                  <a:pt x="586075" y="68529"/>
                  <a:pt x="613691" y="67506"/>
                </a:cubicBezTo>
                <a:cubicBezTo>
                  <a:pt x="641307" y="66483"/>
                  <a:pt x="671992" y="0"/>
                  <a:pt x="699608" y="0"/>
                </a:cubicBezTo>
                <a:cubicBezTo>
                  <a:pt x="727224" y="0"/>
                  <a:pt x="753306" y="33753"/>
                  <a:pt x="779388" y="67506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BE2E9C2-3FEC-521E-9E36-E3CC37676B3A}"/>
                  </a:ext>
                </a:extLst>
              </p:cNvPr>
              <p:cNvSpPr txBox="1"/>
              <p:nvPr/>
            </p:nvSpPr>
            <p:spPr>
              <a:xfrm>
                <a:off x="5706436" y="5581086"/>
                <a:ext cx="2884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BE2E9C2-3FEC-521E-9E36-E3CC37676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436" y="5581086"/>
                <a:ext cx="288412" cy="215444"/>
              </a:xfrm>
              <a:prstGeom prst="rect">
                <a:avLst/>
              </a:prstGeom>
              <a:blipFill>
                <a:blip r:embed="rId21"/>
                <a:stretch>
                  <a:fillRect l="-12766" r="-2128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46D950C-FD05-BC74-BB25-E6A4F3ED6382}"/>
                  </a:ext>
                </a:extLst>
              </p:cNvPr>
              <p:cNvSpPr txBox="1"/>
              <p:nvPr/>
            </p:nvSpPr>
            <p:spPr>
              <a:xfrm>
                <a:off x="5979986" y="4906270"/>
                <a:ext cx="1490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46D950C-FD05-BC74-BB25-E6A4F3ED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986" y="4906270"/>
                <a:ext cx="149079" cy="215444"/>
              </a:xfrm>
              <a:prstGeom prst="rect">
                <a:avLst/>
              </a:prstGeom>
              <a:blipFill>
                <a:blip r:embed="rId22"/>
                <a:stretch>
                  <a:fillRect l="-29167" r="-20833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9D5F419-D4D7-5669-F478-32BDAFA5D616}"/>
                  </a:ext>
                </a:extLst>
              </p:cNvPr>
              <p:cNvSpPr txBox="1"/>
              <p:nvPr/>
            </p:nvSpPr>
            <p:spPr>
              <a:xfrm>
                <a:off x="5996518" y="5934645"/>
                <a:ext cx="14907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9D5F419-D4D7-5669-F478-32BDAFA5D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18" y="5934645"/>
                <a:ext cx="149079" cy="215444"/>
              </a:xfrm>
              <a:prstGeom prst="rect">
                <a:avLst/>
              </a:prstGeom>
              <a:blipFill>
                <a:blip r:embed="rId22"/>
                <a:stretch>
                  <a:fillRect l="-29167" r="-20833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96813F13-D03E-1AFF-6E47-26911A61BCD2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[3] P.Posch, PhysicsLettersB696(2011)447–453 (10)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DBFBE69-03E6-B02D-8C04-EB1FD7B22B97}"/>
              </a:ext>
            </a:extLst>
          </p:cNvPr>
          <p:cNvSpPr txBox="1"/>
          <p:nvPr/>
        </p:nvSpPr>
        <p:spPr>
          <a:xfrm>
            <a:off x="2872565" y="519557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[3]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0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4EA3-C734-7177-8790-472E8AB4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42E84B69-A64E-C981-9F3D-18189A17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53" y="1046476"/>
            <a:ext cx="5917139" cy="331447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45D1E18-58E5-45EB-E51E-0FE6B5D72DB2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22CF5B5-422C-DD97-6B21-9481C9E53F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Decoupling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22CF5B5-422C-DD97-6B21-9481C9E53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4"/>
                <a:stretch>
                  <a:fillRect t="-11268" b="-25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9349841-5051-BA23-FABE-5A50DC0AD08F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DFD3BE6-53EA-C729-06E7-708DD6B3F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9B2779-35F6-3A3A-1C34-F8C4525C3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681" y="1347516"/>
            <a:ext cx="2533926" cy="7142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97BA97-6201-2100-DC0B-7975967E6A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1" y="1404239"/>
            <a:ext cx="4142003" cy="13256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5F1752-E2C4-7502-5518-D074F5CCE8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905" y="2130971"/>
            <a:ext cx="2734898" cy="113954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2CFFED4-BBEF-354B-449A-CBFB2F1F91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22" y="2199292"/>
            <a:ext cx="862465" cy="5302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90DF76A-5C6D-6DF5-2749-64C14C3AA4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6732" y="2156624"/>
            <a:ext cx="2224200" cy="69155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800B80C-6E94-DB7C-9672-04FDF4BF6A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4092" y="2077163"/>
            <a:ext cx="1958803" cy="3305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B67A71-9B90-8783-20B3-5CF8F4034F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0660" y="2461489"/>
            <a:ext cx="1910577" cy="39529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726FEBC-AAC1-EC2B-F337-0760A7C4BAA8}"/>
              </a:ext>
            </a:extLst>
          </p:cNvPr>
          <p:cNvSpPr/>
          <p:nvPr/>
        </p:nvSpPr>
        <p:spPr>
          <a:xfrm>
            <a:off x="1306732" y="2161883"/>
            <a:ext cx="2260916" cy="6862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2C7010B-BDDE-0D23-DAE6-0FED9AFEAA22}"/>
                  </a:ext>
                </a:extLst>
              </p:cNvPr>
              <p:cNvSpPr txBox="1"/>
              <p:nvPr/>
            </p:nvSpPr>
            <p:spPr>
              <a:xfrm>
                <a:off x="2250" y="3429000"/>
                <a:ext cx="6657607" cy="2849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,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sub>
                          </m:sSub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Although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, the influence can be counteracted.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varies, it can be seen as a constant.</a:t>
                </a:r>
              </a:p>
              <a:p>
                <a:r>
                  <a:rPr lang="en-US" altLang="zh-CN" dirty="0"/>
                  <a:t>Then because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dirty="0"/>
                  <a:t>, the impact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2C7010B-BDDE-0D23-DAE6-0FED9AFEA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" y="3429000"/>
                <a:ext cx="6657607" cy="2849498"/>
              </a:xfrm>
              <a:prstGeom prst="rect">
                <a:avLst/>
              </a:prstGeom>
              <a:blipFill>
                <a:blip r:embed="rId13"/>
                <a:stretch>
                  <a:fillRect l="-733" t="-4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6821D0-E507-9861-8BF9-7D2602CEF6D4}"/>
                  </a:ext>
                </a:extLst>
              </p:cNvPr>
              <p:cNvSpPr txBox="1"/>
              <p:nvPr/>
            </p:nvSpPr>
            <p:spPr>
              <a:xfrm>
                <a:off x="6893986" y="4519490"/>
                <a:ext cx="5067926" cy="4742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So finally,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=800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𝐺𝑒𝑉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6821D0-E507-9861-8BF9-7D2602CEF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986" y="4519490"/>
                <a:ext cx="5067926" cy="474232"/>
              </a:xfrm>
              <a:prstGeom prst="rect">
                <a:avLst/>
              </a:prstGeom>
              <a:blipFill>
                <a:blip r:embed="rId14"/>
                <a:stretch>
                  <a:fillRect l="-1925" t="-7692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BA5BC18-238B-F804-C7DE-ED195BB2C2D3}"/>
                  </a:ext>
                </a:extLst>
              </p:cNvPr>
              <p:cNvSpPr txBox="1"/>
              <p:nvPr/>
            </p:nvSpPr>
            <p:spPr>
              <a:xfrm>
                <a:off x="9616013" y="1888188"/>
                <a:ext cx="5525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1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BA5BC18-238B-F804-C7DE-ED195BB2C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6013" y="1888188"/>
                <a:ext cx="552524" cy="169277"/>
              </a:xfrm>
              <a:prstGeom prst="rect">
                <a:avLst/>
              </a:prstGeom>
              <a:blipFill>
                <a:blip r:embed="rId16"/>
                <a:stretch>
                  <a:fillRect l="-4396" r="-4396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B2E36A-4CCE-150E-B4E1-135E357E7478}"/>
                  </a:ext>
                </a:extLst>
              </p:cNvPr>
              <p:cNvSpPr txBox="1"/>
              <p:nvPr/>
            </p:nvSpPr>
            <p:spPr>
              <a:xfrm>
                <a:off x="9674225" y="3643504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B2E36A-4CCE-150E-B4E1-135E357E7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225" y="3643504"/>
                <a:ext cx="542905" cy="169277"/>
              </a:xfrm>
              <a:prstGeom prst="rect">
                <a:avLst/>
              </a:prstGeom>
              <a:blipFill>
                <a:blip r:embed="rId17"/>
                <a:stretch>
                  <a:fillRect l="-5618" r="-4494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CA6981-5AB0-F236-8A00-4396FEEA976C}"/>
                  </a:ext>
                </a:extLst>
              </p:cNvPr>
              <p:cNvSpPr txBox="1"/>
              <p:nvPr/>
            </p:nvSpPr>
            <p:spPr>
              <a:xfrm>
                <a:off x="0" y="974785"/>
                <a:ext cx="5910849" cy="372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So, let’s go back to the theory to find how to decouple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CA6981-5AB0-F236-8A00-4396FEEA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4785"/>
                <a:ext cx="5910849" cy="372731"/>
              </a:xfrm>
              <a:prstGeom prst="rect">
                <a:avLst/>
              </a:prstGeom>
              <a:blipFill>
                <a:blip r:embed="rId18"/>
                <a:stretch>
                  <a:fillRect l="-825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37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877B-3FB7-4959-3F6A-658836AD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3C4360-0541-8D3F-20CB-ACB339CA893F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A8443A4-2CC3-7D0A-BA59-C6875AD909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A8443A4-2CC3-7D0A-BA59-C6875AD90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l="-696"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424B218-DDCD-E473-2596-D4BC7C0F67C9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28A6D86-DBC8-737D-155D-9E0A58367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CCD36B-D46C-CB44-5CDC-DC390C501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000911"/>
            <a:ext cx="4704241" cy="5380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45BCC84-618E-73E0-8A64-343022F4B27E}"/>
                  </a:ext>
                </a:extLst>
              </p:cNvPr>
              <p:cNvSpPr txBox="1"/>
              <p:nvPr/>
            </p:nvSpPr>
            <p:spPr>
              <a:xfrm>
                <a:off x="4881547" y="1000911"/>
                <a:ext cx="1926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45BCC84-618E-73E0-8A64-343022F4B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47" y="1000911"/>
                <a:ext cx="1926553" cy="369332"/>
              </a:xfrm>
              <a:prstGeom prst="rect">
                <a:avLst/>
              </a:prstGeom>
              <a:blipFill>
                <a:blip r:embed="rId6"/>
                <a:stretch>
                  <a:fillRect l="-2848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E58B359-F509-85E2-C8D8-71CC8CFCF5C6}"/>
                  </a:ext>
                </a:extLst>
              </p:cNvPr>
              <p:cNvSpPr txBox="1"/>
              <p:nvPr/>
            </p:nvSpPr>
            <p:spPr>
              <a:xfrm>
                <a:off x="5382059" y="1396371"/>
                <a:ext cx="18807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E58B359-F509-85E2-C8D8-71CC8CFC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059" y="1396371"/>
                <a:ext cx="18807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643C7C-A13C-1799-65E2-538B74C23B35}"/>
                  </a:ext>
                </a:extLst>
              </p:cNvPr>
              <p:cNvSpPr txBox="1"/>
              <p:nvPr/>
            </p:nvSpPr>
            <p:spPr>
              <a:xfrm>
                <a:off x="5095404" y="1751408"/>
                <a:ext cx="3425391" cy="758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643C7C-A13C-1799-65E2-538B74C23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404" y="1751408"/>
                <a:ext cx="3425391" cy="7587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ED6580-4A0C-E9F9-7C64-1CAF13437BEC}"/>
                  </a:ext>
                </a:extLst>
              </p:cNvPr>
              <p:cNvSpPr txBox="1"/>
              <p:nvPr/>
            </p:nvSpPr>
            <p:spPr>
              <a:xfrm>
                <a:off x="5257800" y="2448498"/>
                <a:ext cx="3014477" cy="758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ED6580-4A0C-E9F9-7C64-1CAF13437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448498"/>
                <a:ext cx="3014477" cy="7587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0098AD8-E994-2580-5509-42BB00E5FA89}"/>
                  </a:ext>
                </a:extLst>
              </p:cNvPr>
              <p:cNvSpPr txBox="1"/>
              <p:nvPr/>
            </p:nvSpPr>
            <p:spPr>
              <a:xfrm>
                <a:off x="4619941" y="3260702"/>
                <a:ext cx="7572059" cy="2806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is always bigger than 0. </a:t>
                </a:r>
                <a:r>
                  <a:rPr lang="en-US" altLang="zh-CN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 is always &gt; 4(~ 95% C.L.)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B05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is around 1, the sensitivity is the lowest</a:t>
                </a:r>
                <a:r>
                  <a:rPr lang="en-US" altLang="zh-CN" sz="24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~1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400" dirty="0"/>
                  <a:t>a change of about 0.03 in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/>
                  <a:t>results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of ~4 (~ 95% C.L.)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0098AD8-E994-2580-5509-42BB00E5F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941" y="3260702"/>
                <a:ext cx="7572059" cy="2806025"/>
              </a:xfrm>
              <a:prstGeom prst="rect">
                <a:avLst/>
              </a:prstGeom>
              <a:blipFill>
                <a:blip r:embed="rId10"/>
                <a:stretch>
                  <a:fillRect l="-1288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36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6AF8-C9DB-289F-40F0-126CD781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76D07-EDD4-90D9-E015-1605B7D6F3CA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EFD55D2-609C-3D2E-11CA-2124E76AAD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</a:t>
                </a:r>
                <a:r>
                  <a:rPr lang="en-US" altLang="zh-CN" sz="3600" b="1" dirty="0">
                    <a:solidFill>
                      <a:srgbClr val="0070C0"/>
                    </a:solidFill>
                  </a:rPr>
                  <a:t>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i="1" dirty="0">
                    <a:solidFill>
                      <a:srgbClr val="0070C0"/>
                    </a:solidFill>
                  </a:rPr>
                  <a:t> </a:t>
                </a:r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EFD55D2-609C-3D2E-11CA-2124E76AA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F1EAF9-1545-A1A6-6237-84D113A43D11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1666D51-F45F-15B4-79C4-633D3561B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6AB351-6DD8-268B-A0A2-F1931362C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750"/>
            <a:ext cx="4682473" cy="5334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99FE31-EADF-93E1-F738-F5F790CEB1EA}"/>
                  </a:ext>
                </a:extLst>
              </p:cNvPr>
              <p:cNvSpPr txBox="1"/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99FE31-EADF-93E1-F738-F5F790CEB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blipFill>
                <a:blip r:embed="rId6"/>
                <a:stretch>
                  <a:fillRect l="-57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05698DE-6395-666C-7B65-BD699EF58E2E}"/>
                  </a:ext>
                </a:extLst>
              </p:cNvPr>
              <p:cNvSpPr txBox="1"/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05698DE-6395-666C-7B65-BD699EF58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A9C551C-BCC1-A327-C0BE-646D9991C2C2}"/>
                  </a:ext>
                </a:extLst>
              </p:cNvPr>
              <p:cNvSpPr txBox="1"/>
              <p:nvPr/>
            </p:nvSpPr>
            <p:spPr>
              <a:xfrm>
                <a:off x="4682473" y="1575364"/>
                <a:ext cx="3166832" cy="312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A9C551C-BCC1-A327-C0BE-646D9991C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473" y="1575364"/>
                <a:ext cx="3166832" cy="312265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DD2BFF3-6844-4150-675E-6CF06620D59F}"/>
                  </a:ext>
                </a:extLst>
              </p:cNvPr>
              <p:cNvSpPr txBox="1"/>
              <p:nvPr/>
            </p:nvSpPr>
            <p:spPr>
              <a:xfrm>
                <a:off x="4824924" y="1878558"/>
                <a:ext cx="2881930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DD2BFF3-6844-4150-675E-6CF06620D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924" y="1878558"/>
                <a:ext cx="2881930" cy="536685"/>
              </a:xfrm>
              <a:prstGeom prst="rect">
                <a:avLst/>
              </a:prstGeom>
              <a:blipFill>
                <a:blip r:embed="rId9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5CC011-13D9-0620-FD97-1592EE255FAE}"/>
                  </a:ext>
                </a:extLst>
              </p:cNvPr>
              <p:cNvSpPr txBox="1"/>
              <p:nvPr/>
            </p:nvSpPr>
            <p:spPr>
              <a:xfrm>
                <a:off x="4691166" y="2488208"/>
                <a:ext cx="7500834" cy="35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200" dirty="0"/>
                  <a:t> &lt;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become further away from 0. </a:t>
                </a:r>
                <a:r>
                  <a:rPr lang="en-US" altLang="zh-CN" sz="2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200" dirty="0">
                    <a:solidFill>
                      <a:srgbClr val="7030A0"/>
                    </a:solidFill>
                  </a:rPr>
                  <a:t> can reach 10(~ 99% C.L.).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200" dirty="0"/>
                  <a:t> &gt;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goes back to ~0 </a:t>
                </a:r>
                <a:r>
                  <a:rPr lang="en-US" altLang="zh-CN" sz="2200" dirty="0"/>
                  <a:t>and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200" dirty="0">
                    <a:solidFill>
                      <a:srgbClr val="7030A0"/>
                    </a:solidFill>
                  </a:rPr>
                  <a:t> become nearly 0.</a:t>
                </a:r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dirty="0"/>
                  <a:t>As for the sensitivity, </a:t>
                </a:r>
                <a:r>
                  <a:rPr lang="en-US" altLang="zh-CN" sz="2200" dirty="0">
                    <a:solidFill>
                      <a:srgbClr val="00B05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2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200" dirty="0">
                    <a:solidFill>
                      <a:srgbClr val="00B050"/>
                    </a:solidFill>
                  </a:rPr>
                  <a:t>is around 1, it also decreases significantly</a:t>
                </a:r>
                <a:r>
                  <a:rPr lang="en-US" altLang="zh-CN" sz="22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dirty="0"/>
                  <a:t>At the small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200" dirty="0"/>
                  <a:t> </a:t>
                </a:r>
                <a:r>
                  <a:rPr lang="en-US" altLang="zh-CN" sz="2200" dirty="0"/>
                  <a:t>region, a change of about 0.05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dirty="0"/>
                  <a:t> can result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200" dirty="0"/>
                  <a:t> of ~4 (~ 95% C.L.)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5CC011-13D9-0620-FD97-1592EE255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66" y="2488208"/>
                <a:ext cx="7500834" cy="3593100"/>
              </a:xfrm>
              <a:prstGeom prst="rect">
                <a:avLst/>
              </a:prstGeom>
              <a:blipFill>
                <a:blip r:embed="rId10"/>
                <a:stretch>
                  <a:fillRect l="-1057" b="-2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5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913FE-17AF-B84D-CA3C-7A37B7B4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606CFDB-B7CA-A5A5-51DF-8A7E312F5AD5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9B9025-94FF-7D56-2043-9B8B7402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  Conclusion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955F253-9855-7B54-E04B-7BD428331AFF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C749777-B29F-BC79-584F-D768B7045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E19E3B9-3ECF-6567-C1D9-4E93C4F8D2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74785"/>
                <a:ext cx="12192000" cy="54577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i="1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US" altLang="zh-CN" sz="24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: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i="1" dirty="0">
                    <a:solidFill>
                      <a:srgbClr val="00B050"/>
                    </a:solidFill>
                  </a:rPr>
                  <a:t>current 125 GeV Higgs data	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×: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off-shell decay, heavy Higgs data(HB-6))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sz="2400" dirty="0"/>
                  <a:t>For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current 125 GeV Higgs data, it’s insensitive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(CP property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2&amp;3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&amp;3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400" dirty="0"/>
                  <a:t>,</a:t>
                </a:r>
                <a:br>
                  <a:rPr lang="en-US" altLang="zh-CN" sz="2400" dirty="0"/>
                </a:br>
                <a:r>
                  <a:rPr lang="en-US" altLang="zh-CN" sz="24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significantly influences </a:t>
                </a:r>
                <a:r>
                  <a:rPr lang="en-US" altLang="zh-CN" sz="24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/>
                  <a:t> decay width via loop effects.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zh-CN" sz="2400" dirty="0"/>
                  <a:t>The BFP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 does not strictly coincide with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7030A0"/>
                        </a:solidFill>
                      </a:rPr>
                      <m:t>&gt;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, </a:t>
                </a:r>
                <a:r>
                  <a:rPr lang="en-US" altLang="zh-CN" sz="2400" dirty="0"/>
                  <a:t>suggesting the experimental data has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a slight deviation </a:t>
                </a:r>
                <a:r>
                  <a:rPr lang="en-US" altLang="zh-CN" sz="2400" dirty="0"/>
                  <a:t>from the SM alignment limit.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As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&gt; 1, the BFP is located near 0</a:t>
                </a:r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(125 GeV SM-like)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a CP-even scalar</a:t>
                </a:r>
                <a:r>
                  <a:rPr lang="en-US" altLang="zh-CN" sz="2400" dirty="0"/>
                  <a:t>. But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&lt;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has a significant deviation from SM alignment point</a:t>
                </a:r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(125 GeV SM-like)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a CP-mixing scalar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zh-CN" sz="2400" dirty="0"/>
                  <a:t>Thirdly, the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sensitivity</a:t>
                </a:r>
                <a:r>
                  <a:rPr lang="en-US" altLang="zh-CN" sz="2400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highly depends 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/>
                  <a:t>. Generally, the sensitivity becomes lower when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/>
                  <a:t> is around 1, and it increase as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/>
                  <a:t> goes up.</a:t>
                </a:r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E19E3B9-3ECF-6567-C1D9-4E93C4F8D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4785"/>
                <a:ext cx="12192000" cy="5457759"/>
              </a:xfrm>
              <a:prstGeom prst="rect">
                <a:avLst/>
              </a:prstGeom>
              <a:blipFill>
                <a:blip r:embed="rId4"/>
                <a:stretch>
                  <a:fillRect l="-750" t="-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8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383B-579D-DFD5-9610-9C9D7636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FFF3A-7E6A-DCBE-9711-79E53551F36E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8AD904-CD39-1A20-A19B-0E9265A5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  Further Research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BCC3F94-760E-5336-8E47-645ED9510862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3E23F03-C4B9-D7D1-4D09-D40B26D90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A712782-1EE0-4BE5-B5FC-DEA62DD4F6AD}"/>
              </a:ext>
            </a:extLst>
          </p:cNvPr>
          <p:cNvSpPr txBox="1">
            <a:spLocks/>
          </p:cNvSpPr>
          <p:nvPr/>
        </p:nvSpPr>
        <p:spPr>
          <a:xfrm>
            <a:off x="0" y="1735957"/>
            <a:ext cx="12192000" cy="4695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dirty="0"/>
              <a:t>Firstly, currently we can only provide HiggsSignals with </a:t>
            </a:r>
            <a:r>
              <a:rPr lang="en-US" altLang="zh-CN" sz="2400" dirty="0">
                <a:solidFill>
                  <a:srgbClr val="00B050"/>
                </a:solidFill>
              </a:rPr>
              <a:t>inclusive cross sections and branch ratios</a:t>
            </a:r>
            <a:r>
              <a:rPr lang="en-US" altLang="zh-CN" sz="2400" dirty="0"/>
              <a:t>, and it uses the </a:t>
            </a:r>
            <a:r>
              <a:rPr lang="en-US" altLang="zh-CN" sz="2400" dirty="0">
                <a:solidFill>
                  <a:srgbClr val="00B050"/>
                </a:solidFill>
              </a:rPr>
              <a:t>SM Higgs boson </a:t>
            </a:r>
            <a:r>
              <a:rPr lang="en-US" altLang="zh-CN" sz="2400" dirty="0"/>
              <a:t>as a </a:t>
            </a:r>
            <a:r>
              <a:rPr lang="en-US" altLang="zh-CN" sz="2400" dirty="0">
                <a:solidFill>
                  <a:srgbClr val="00B050"/>
                </a:solidFill>
              </a:rPr>
              <a:t>kinematic template </a:t>
            </a:r>
            <a:r>
              <a:rPr lang="en-US" altLang="zh-CN" sz="2400" dirty="0"/>
              <a:t>to</a:t>
            </a:r>
            <a:r>
              <a:rPr lang="en-US" altLang="zh-CN" sz="2400" dirty="0">
                <a:solidFill>
                  <a:srgbClr val="00B050"/>
                </a:solidFill>
              </a:rPr>
              <a:t> divide</a:t>
            </a:r>
            <a:r>
              <a:rPr lang="en-US" altLang="zh-CN" sz="2400" dirty="0"/>
              <a:t> inclusive cross sections and branch ratios</a:t>
            </a:r>
            <a:r>
              <a:rPr lang="en-US" altLang="zh-CN" sz="2400" dirty="0">
                <a:solidFill>
                  <a:srgbClr val="00B050"/>
                </a:solidFill>
              </a:rPr>
              <a:t> into different bins</a:t>
            </a:r>
            <a:r>
              <a:rPr lang="en-US" altLang="zh-CN" sz="2400" dirty="0"/>
              <a:t>. So theoretically we should use </a:t>
            </a:r>
            <a:r>
              <a:rPr lang="en-US" altLang="zh-CN" sz="2400" dirty="0">
                <a:solidFill>
                  <a:srgbClr val="FF0000"/>
                </a:solidFill>
              </a:rPr>
              <a:t>MC simulation</a:t>
            </a:r>
            <a:r>
              <a:rPr lang="en-US" altLang="zh-CN" sz="2400" dirty="0"/>
              <a:t> to get the kinematic distribution in C2HDM to get the </a:t>
            </a:r>
            <a:r>
              <a:rPr lang="en-US" altLang="zh-CN" sz="2400" dirty="0">
                <a:solidFill>
                  <a:srgbClr val="FF0000"/>
                </a:solidFill>
              </a:rPr>
              <a:t>modification factors for STXS bins.</a:t>
            </a:r>
          </a:p>
          <a:p>
            <a:pPr>
              <a:lnSpc>
                <a:spcPct val="100000"/>
              </a:lnSpc>
            </a:pP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Secondly, we should add more </a:t>
            </a:r>
            <a:r>
              <a:rPr lang="en-US" altLang="zh-CN" sz="2400" dirty="0">
                <a:solidFill>
                  <a:srgbClr val="FFC000"/>
                </a:solidFill>
              </a:rPr>
              <a:t>theoretical constrains </a:t>
            </a:r>
            <a:r>
              <a:rPr lang="en-US" altLang="zh-CN" sz="2400" dirty="0"/>
              <a:t>and </a:t>
            </a:r>
            <a:r>
              <a:rPr lang="en-US" altLang="zh-CN" sz="2400" dirty="0">
                <a:solidFill>
                  <a:srgbClr val="FFC000"/>
                </a:solidFill>
              </a:rPr>
              <a:t>experimental constrains </a:t>
            </a:r>
            <a:r>
              <a:rPr lang="en-US" altLang="zh-CN" sz="2400" dirty="0"/>
              <a:t>to get a </a:t>
            </a:r>
            <a:r>
              <a:rPr lang="en-US" altLang="zh-CN" sz="2400" dirty="0">
                <a:solidFill>
                  <a:srgbClr val="FFC000"/>
                </a:solidFill>
              </a:rPr>
              <a:t>benchmark parameters region</a:t>
            </a:r>
            <a:r>
              <a:rPr lang="en-US" altLang="zh-CN" sz="2400" dirty="0"/>
              <a:t>. And use MC stimulation to do further research to find the </a:t>
            </a:r>
            <a:r>
              <a:rPr lang="en-US" altLang="zh-CN" sz="2400" dirty="0">
                <a:solidFill>
                  <a:srgbClr val="FF0000"/>
                </a:solidFill>
              </a:rPr>
              <a:t>CP-violation signals.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96C6DB-94C0-E0B1-D3D2-C43E99C60912}"/>
              </a:ext>
            </a:extLst>
          </p:cNvPr>
          <p:cNvSpPr txBox="1"/>
          <p:nvPr/>
        </p:nvSpPr>
        <p:spPr>
          <a:xfrm>
            <a:off x="-1" y="1108302"/>
            <a:ext cx="3890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sz="2400" b="1" dirty="0">
                <a:solidFill>
                  <a:srgbClr val="0070C0"/>
                </a:solidFill>
              </a:rPr>
              <a:t>Monte Carlo Simulation !</a:t>
            </a:r>
          </a:p>
        </p:txBody>
      </p:sp>
    </p:spTree>
    <p:extLst>
      <p:ext uri="{BB962C8B-B14F-4D97-AF65-F5344CB8AC3E}">
        <p14:creationId xmlns:p14="http://schemas.microsoft.com/office/powerpoint/2010/main" val="3110666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F935-7FA8-106B-2AA0-35ED7BF2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9">
            <a:extLst>
              <a:ext uri="{FF2B5EF4-FFF2-40B4-BE49-F238E27FC236}">
                <a16:creationId xmlns:a16="http://schemas.microsoft.com/office/drawing/2014/main" id="{74EDA312-1E60-F749-189C-926BCC9144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159" y="113159"/>
            <a:ext cx="6631681" cy="663168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BC56E71-AD07-D084-7F2B-1BE798B73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62237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olidFill>
                  <a:srgbClr val="0070C0"/>
                </a:solidFill>
              </a:rPr>
              <a:t>Thanks!</a:t>
            </a:r>
            <a:endParaRPr lang="zh-CN" altLang="en-US" sz="8000" dirty="0">
              <a:solidFill>
                <a:srgbClr val="0070C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F26B6F-A358-4402-D6D1-D8205DD423BF}"/>
              </a:ext>
            </a:extLst>
          </p:cNvPr>
          <p:cNvSpPr/>
          <p:nvPr/>
        </p:nvSpPr>
        <p:spPr>
          <a:xfrm>
            <a:off x="-1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472682-17A4-F8A1-DD5F-F511B99018BD}"/>
              </a:ext>
            </a:extLst>
          </p:cNvPr>
          <p:cNvSpPr/>
          <p:nvPr/>
        </p:nvSpPr>
        <p:spPr>
          <a:xfrm>
            <a:off x="11226799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21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80A9-DDF7-CB8A-1428-07690B47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9">
            <a:extLst>
              <a:ext uri="{FF2B5EF4-FFF2-40B4-BE49-F238E27FC236}">
                <a16:creationId xmlns:a16="http://schemas.microsoft.com/office/drawing/2014/main" id="{C01BCD06-479C-A98A-9DCF-E6515495A0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159" y="113159"/>
            <a:ext cx="6631681" cy="663168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62D7EF6-33CE-AF93-D572-F68B3A557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62237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olidFill>
                  <a:srgbClr val="0070C0"/>
                </a:solidFill>
              </a:rPr>
              <a:t>Backup</a:t>
            </a:r>
            <a:endParaRPr lang="zh-CN" altLang="en-US" sz="8000" dirty="0">
              <a:solidFill>
                <a:srgbClr val="0070C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80B492-1E7C-F1F1-0AF4-0CFDCE1E9CCE}"/>
              </a:ext>
            </a:extLst>
          </p:cNvPr>
          <p:cNvSpPr/>
          <p:nvPr/>
        </p:nvSpPr>
        <p:spPr>
          <a:xfrm>
            <a:off x="-1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538530-4F6D-45FD-812B-CC01E3020DD0}"/>
              </a:ext>
            </a:extLst>
          </p:cNvPr>
          <p:cNvSpPr/>
          <p:nvPr/>
        </p:nvSpPr>
        <p:spPr>
          <a:xfrm>
            <a:off x="11226799" y="0"/>
            <a:ext cx="965201" cy="6858000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915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8F3D-3B42-F5EF-B466-EEE558CF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1CCDDB-8E9C-84A6-5387-5127EDF87DC1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471BF87F-D45B-84B1-7F81-EBBCE8E7E6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General 2HDM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Symmetry</a:t>
                </a:r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EBC7A74-9BEF-B91C-4295-316F53E11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t="-11972" b="-23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308EC2-22A9-90B5-AFCA-757D7E5E4E8B}"/>
                  </a:ext>
                </a:extLst>
              </p:cNvPr>
              <p:cNvSpPr txBox="1"/>
              <p:nvPr/>
            </p:nvSpPr>
            <p:spPr>
              <a:xfrm>
                <a:off x="48992" y="1176811"/>
                <a:ext cx="12094016" cy="6659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𝐻𝐷𝑀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07F7733-AF0E-F157-3B22-FC86B909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2" y="1176811"/>
                <a:ext cx="12094016" cy="665952"/>
              </a:xfrm>
              <a:prstGeom prst="rect">
                <a:avLst/>
              </a:prstGeom>
              <a:blipFill>
                <a:blip r:embed="rId4"/>
                <a:stretch>
                  <a:fillRect b="-11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20348F5-75D2-2AFC-FD43-0708892ADC40}"/>
                  </a:ext>
                </a:extLst>
              </p:cNvPr>
              <p:cNvSpPr txBox="1"/>
              <p:nvPr/>
            </p:nvSpPr>
            <p:spPr>
              <a:xfrm>
                <a:off x="2069609" y="2044789"/>
                <a:ext cx="857221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𝑌𝑢𝑘𝑎𝑤𝑎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248A850-0E9C-380C-B0EE-B6A316888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609" y="2044789"/>
                <a:ext cx="8572218" cy="312650"/>
              </a:xfrm>
              <a:prstGeom prst="rect">
                <a:avLst/>
              </a:prstGeom>
              <a:blipFill>
                <a:blip r:embed="rId5"/>
                <a:stretch>
                  <a:fillRect l="-427" t="-19231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DD5182-92F4-D82C-68B0-AC9067B986D5}"/>
                  </a:ext>
                </a:extLst>
              </p:cNvPr>
              <p:cNvSpPr txBox="1"/>
              <p:nvPr/>
            </p:nvSpPr>
            <p:spPr>
              <a:xfrm>
                <a:off x="48992" y="2422204"/>
                <a:ext cx="11293861" cy="1429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In general 2HDM, there are 2 complex Higgs doublets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In most cases, we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can’t diagonalize </a:t>
                </a:r>
                <a:r>
                  <a:rPr lang="en-US" altLang="zh-CN" sz="2000" dirty="0"/>
                  <a:t>Yukawa coupling matrixes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simultaneously.</a:t>
                </a:r>
                <a:r>
                  <a:rPr lang="en-US" altLang="zh-CN" sz="2000" dirty="0"/>
                  <a:t>        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FCNCs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/>
                  <a:t>So, we introduce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sz="20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B050"/>
                    </a:solidFill>
                  </a:rPr>
                  <a:t> Symmetry </a:t>
                </a:r>
                <a:r>
                  <a:rPr lang="en-US" altLang="zh-CN" sz="2000" dirty="0"/>
                  <a:t>and a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altLang="zh-CN" sz="20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B050"/>
                    </a:solidFill>
                  </a:rPr>
                  <a:t> charge.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CD82FFB-7644-06CC-DD25-2FC7DAA38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2" y="2422204"/>
                <a:ext cx="11293861" cy="1429494"/>
              </a:xfrm>
              <a:prstGeom prst="rect">
                <a:avLst/>
              </a:prstGeom>
              <a:blipFill>
                <a:blip r:embed="rId6"/>
                <a:stretch>
                  <a:fillRect l="-540" b="-6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35F7185-CD44-F3C7-A692-739F8F24E4C4}"/>
              </a:ext>
            </a:extLst>
          </p:cNvPr>
          <p:cNvSpPr/>
          <p:nvPr/>
        </p:nvSpPr>
        <p:spPr>
          <a:xfrm>
            <a:off x="9892747" y="3073412"/>
            <a:ext cx="476250" cy="120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D890834-C704-DF42-1205-E0B5DFE9C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950" y="4179747"/>
            <a:ext cx="4856743" cy="17357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626B2E0-C85C-DD51-60F5-C580B7FBE3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08" y="4031027"/>
            <a:ext cx="4856743" cy="2033182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1A728F45-9B8F-669F-BE3C-D672DA54618A}"/>
              </a:ext>
            </a:extLst>
          </p:cNvPr>
          <p:cNvSpPr/>
          <p:nvPr/>
        </p:nvSpPr>
        <p:spPr>
          <a:xfrm>
            <a:off x="5676900" y="4978400"/>
            <a:ext cx="83820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DC9349B-674D-45D3-A260-1E2F63C89A17}"/>
              </a:ext>
            </a:extLst>
          </p:cNvPr>
          <p:cNvCxnSpPr>
            <a:cxnSpLocks/>
          </p:cNvCxnSpPr>
          <p:nvPr/>
        </p:nvCxnSpPr>
        <p:spPr>
          <a:xfrm>
            <a:off x="0" y="6494931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内容占位符 9">
            <a:extLst>
              <a:ext uri="{FF2B5EF4-FFF2-40B4-BE49-F238E27FC236}">
                <a16:creationId xmlns:a16="http://schemas.microsoft.com/office/drawing/2014/main" id="{D3D44D9F-B902-A06F-2CB7-7A159F8BA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45606F-91EE-BCC1-AC05-7FA960CFCF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7249" y="5223571"/>
            <a:ext cx="1821201" cy="6323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201117-DBFB-54B5-03E9-9718F6797E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4788" y="5251256"/>
            <a:ext cx="811757" cy="2626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AF18C9-1FA2-719F-E432-B2F7F79A56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4788" y="5592482"/>
            <a:ext cx="808271" cy="2634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C851A7-FB95-8188-A799-87E804E0E9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5004" y="5336632"/>
            <a:ext cx="74857" cy="1443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90B193E-9F58-75E5-623A-A127B2AC6C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5004" y="5678667"/>
            <a:ext cx="74857" cy="14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7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B93A-CC3F-C80D-A13C-8D54EFF1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60CD62-B37E-A934-C5E2-9A5B1175DD18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AA8C092-86B7-3F33-F640-9056216B0A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Type-II C2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70C0"/>
                            </a:solidFill>
                          </a:rPr>
                          <m:t>HDM</m:t>
                        </m:r>
                      </m:e>
                      <m:sup>
                        <m:r>
                          <a:rPr lang="en-US" altLang="zh-CN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0D80C3C-6629-65C1-BFA1-B24612C73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t="-11972" b="-23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7EEAB35-B0DD-5656-48BD-7924F7A954B9}"/>
                  </a:ext>
                </a:extLst>
              </p:cNvPr>
              <p:cNvSpPr txBox="1"/>
              <p:nvPr/>
            </p:nvSpPr>
            <p:spPr>
              <a:xfrm>
                <a:off x="0" y="6488668"/>
                <a:ext cx="1219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70C0"/>
                    </a:solidFill>
                  </a:rPr>
                  <a:t>* C2HDM means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CP-violating 2HDM under Soft Broken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altLang="zh-CN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70C0"/>
                    </a:solidFill>
                  </a:rPr>
                  <a:t> Symmetry </a:t>
                </a:r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E53222-E789-2394-8771-6229A9283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88668"/>
                <a:ext cx="12192000" cy="369332"/>
              </a:xfrm>
              <a:prstGeom prst="rect">
                <a:avLst/>
              </a:prstGeom>
              <a:blipFill>
                <a:blip r:embed="rId4"/>
                <a:stretch>
                  <a:fillRect l="-40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76D5C39-DE04-9FCD-747B-030BEAFCAC7C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BD0FECB-2604-16B1-1C9F-E1DF846C363F}"/>
                  </a:ext>
                </a:extLst>
              </p:cNvPr>
              <p:cNvSpPr txBox="1"/>
              <p:nvPr/>
            </p:nvSpPr>
            <p:spPr>
              <a:xfrm>
                <a:off x="1620897" y="1472918"/>
                <a:ext cx="8950206" cy="739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𝐻𝐷𝑀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E7D2781-D47A-E573-B159-2C0D6FF40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897" y="1472918"/>
                <a:ext cx="8950206" cy="739690"/>
              </a:xfrm>
              <a:prstGeom prst="rect">
                <a:avLst/>
              </a:prstGeom>
              <a:blipFill>
                <a:blip r:embed="rId5"/>
                <a:stretch>
                  <a:fillRect l="-136" b="-12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9458668-22F2-204B-3C0D-C7997FA73BAC}"/>
                  </a:ext>
                </a:extLst>
              </p:cNvPr>
              <p:cNvSpPr txBox="1"/>
              <p:nvPr/>
            </p:nvSpPr>
            <p:spPr>
              <a:xfrm>
                <a:off x="0" y="2425768"/>
                <a:ext cx="12192000" cy="1019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zh-CN" sz="2000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dirty="0"/>
                  <a:t>are complex and the rest of the parameters in the potential are real.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In general, the scalar doublets are defined as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BDA7CFD-A5D4-F5AA-EF64-1BE763CD1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25768"/>
                <a:ext cx="12192000" cy="1019766"/>
              </a:xfrm>
              <a:prstGeom prst="rect">
                <a:avLst/>
              </a:prstGeom>
              <a:blipFill>
                <a:blip r:embed="rId6"/>
                <a:stretch>
                  <a:fillRect l="-500" t="-2994" b="-10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6B1CD6-9FE3-48F6-17EF-B64985EB392B}"/>
                  </a:ext>
                </a:extLst>
              </p:cNvPr>
              <p:cNvSpPr txBox="1"/>
              <p:nvPr/>
            </p:nvSpPr>
            <p:spPr>
              <a:xfrm>
                <a:off x="3554214" y="3572059"/>
                <a:ext cx="5083571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BB6BFC-FD7A-F2F1-DB0D-6FB42F8E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14" y="3572059"/>
                <a:ext cx="5083571" cy="891719"/>
              </a:xfrm>
              <a:prstGeom prst="rect">
                <a:avLst/>
              </a:prstGeom>
              <a:blipFill>
                <a:blip r:embed="rId7"/>
                <a:stretch>
                  <a:fillRect b="-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2509EA6-0B5F-3191-B0E3-82ADF3830574}"/>
                  </a:ext>
                </a:extLst>
              </p:cNvPr>
              <p:cNvSpPr txBox="1"/>
              <p:nvPr/>
            </p:nvSpPr>
            <p:spPr>
              <a:xfrm>
                <a:off x="0" y="4463778"/>
                <a:ext cx="3029868" cy="540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And we define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FC21624-9F9F-7015-F122-399C01E3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63778"/>
                <a:ext cx="3029868" cy="540789"/>
              </a:xfrm>
              <a:prstGeom prst="rect">
                <a:avLst/>
              </a:prstGeom>
              <a:blipFill>
                <a:blip r:embed="rId8"/>
                <a:stretch>
                  <a:fillRect l="-2012" b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内容占位符 9">
            <a:extLst>
              <a:ext uri="{FF2B5EF4-FFF2-40B4-BE49-F238E27FC236}">
                <a16:creationId xmlns:a16="http://schemas.microsoft.com/office/drawing/2014/main" id="{F9DEA97B-F5D0-734A-4862-2F41A633F7D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49500E9-FAD9-8945-CFF6-D808CCC13D6C}"/>
              </a:ext>
            </a:extLst>
          </p:cNvPr>
          <p:cNvSpPr txBox="1"/>
          <p:nvPr/>
        </p:nvSpPr>
        <p:spPr>
          <a:xfrm>
            <a:off x="0" y="4804513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Higgs Basis :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139235B-4071-3A20-C6D2-F12F2C883E36}"/>
                  </a:ext>
                </a:extLst>
              </p:cNvPr>
              <p:cNvSpPr txBox="1"/>
              <p:nvPr/>
            </p:nvSpPr>
            <p:spPr>
              <a:xfrm>
                <a:off x="2221061" y="5325529"/>
                <a:ext cx="266630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0EB093F-7107-04A2-FDC2-10FFBE288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061" y="5325529"/>
                <a:ext cx="2666306" cy="6223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0B2D534-78C5-4FAB-A208-F0BD318445EF}"/>
                  </a:ext>
                </a:extLst>
              </p:cNvPr>
              <p:cNvSpPr txBox="1"/>
              <p:nvPr/>
            </p:nvSpPr>
            <p:spPr>
              <a:xfrm>
                <a:off x="5134369" y="5144261"/>
                <a:ext cx="6157608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num>
                            <m:den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B8A885-A393-B9B6-035C-F9F7AE30E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369" y="5144261"/>
                <a:ext cx="6157608" cy="9848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E5E25AF-51A0-3CCC-C52D-F4BEC444B0DA}"/>
                  </a:ext>
                </a:extLst>
              </p:cNvPr>
              <p:cNvSpPr txBox="1"/>
              <p:nvPr/>
            </p:nvSpPr>
            <p:spPr>
              <a:xfrm>
                <a:off x="6095999" y="6119337"/>
                <a:ext cx="1204625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0" dirty="0">
                    <a:solidFill>
                      <a:srgbClr val="FF000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66BA435-4776-9ED8-0727-1DFDF13F6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6119337"/>
                <a:ext cx="1204625" cy="315984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482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6BAD-AB9D-B4A1-E3A5-4FDE5C6E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120FAD-2CFB-844E-64F9-BC64E5551176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FFD2DA-866C-D52D-CDF3-07A3C659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Type-II C2HDM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3157C94-C3E7-9256-8111-A09E06205790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A8F478D-07E7-09AC-D142-7A6B7469EAB0}"/>
                  </a:ext>
                </a:extLst>
              </p:cNvPr>
              <p:cNvSpPr txBox="1"/>
              <p:nvPr/>
            </p:nvSpPr>
            <p:spPr>
              <a:xfrm>
                <a:off x="0" y="974785"/>
                <a:ext cx="8281113" cy="459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Scalar Mixing Angles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which diagonalize the Higgs mass matrix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: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60E9E05-9023-AC81-320F-4482CA24D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4785"/>
                <a:ext cx="8281113" cy="459741"/>
              </a:xfrm>
              <a:prstGeom prst="rect">
                <a:avLst/>
              </a:prstGeom>
              <a:blipFill>
                <a:blip r:embed="rId3"/>
                <a:stretch>
                  <a:fillRect l="-589" r="-36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C574E8-4BD0-3491-6F60-63A8F51FF623}"/>
                  </a:ext>
                </a:extLst>
              </p:cNvPr>
              <p:cNvSpPr txBox="1"/>
              <p:nvPr/>
            </p:nvSpPr>
            <p:spPr>
              <a:xfrm>
                <a:off x="3084462" y="1541331"/>
                <a:ext cx="1644617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76A9EAE-8FC3-AACE-A275-9CCCE98E8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462" y="1541331"/>
                <a:ext cx="1644617" cy="891719"/>
              </a:xfrm>
              <a:prstGeom prst="rect">
                <a:avLst/>
              </a:prstGeom>
              <a:blipFill>
                <a:blip r:embed="rId4"/>
                <a:stretch>
                  <a:fillRect b="-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6AF4CB-D627-A867-5DFD-9CC51EC0E97C}"/>
                  </a:ext>
                </a:extLst>
              </p:cNvPr>
              <p:cNvSpPr txBox="1"/>
              <p:nvPr/>
            </p:nvSpPr>
            <p:spPr>
              <a:xfrm>
                <a:off x="5257800" y="1541332"/>
                <a:ext cx="4864345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90D620A-C9D1-3A51-7C40-055D5A538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541332"/>
                <a:ext cx="4864345" cy="891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内容占位符 9">
            <a:extLst>
              <a:ext uri="{FF2B5EF4-FFF2-40B4-BE49-F238E27FC236}">
                <a16:creationId xmlns:a16="http://schemas.microsoft.com/office/drawing/2014/main" id="{0E35E45B-91F3-3888-FD2B-6DCE236A559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F72D194-1CCF-A313-3268-8226891CE28A}"/>
              </a:ext>
            </a:extLst>
          </p:cNvPr>
          <p:cNvSpPr txBox="1"/>
          <p:nvPr/>
        </p:nvSpPr>
        <p:spPr>
          <a:xfrm>
            <a:off x="0" y="3547060"/>
            <a:ext cx="403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9 independent parameters of C2HDM :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0CC5326-8F7F-31F8-0035-FD175A60B2A8}"/>
                  </a:ext>
                </a:extLst>
              </p:cNvPr>
              <p:cNvSpPr txBox="1"/>
              <p:nvPr/>
            </p:nvSpPr>
            <p:spPr>
              <a:xfrm>
                <a:off x="3433925" y="2743588"/>
                <a:ext cx="5324150" cy="686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A49990-3B52-D0AF-132C-B136AB1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925" y="2743588"/>
                <a:ext cx="5324150" cy="6862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E0BBA0E-8344-042B-85D8-47E284FD47BE}"/>
                  </a:ext>
                </a:extLst>
              </p:cNvPr>
              <p:cNvSpPr txBox="1"/>
              <p:nvPr/>
            </p:nvSpPr>
            <p:spPr>
              <a:xfrm>
                <a:off x="3433925" y="4129595"/>
                <a:ext cx="5593967" cy="41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6439F46-D3D6-90CF-3F7D-C65C394B4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925" y="4129595"/>
                <a:ext cx="5593967" cy="414281"/>
              </a:xfrm>
              <a:prstGeom prst="rect">
                <a:avLst/>
              </a:prstGeom>
              <a:blipFill>
                <a:blip r:embed="rId8"/>
                <a:stretch>
                  <a:fillRect l="-218" r="-141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A7989F8-9681-1A9F-A5C2-E30CE2415AC5}"/>
                  </a:ext>
                </a:extLst>
              </p:cNvPr>
              <p:cNvSpPr txBox="1"/>
              <p:nvPr/>
            </p:nvSpPr>
            <p:spPr>
              <a:xfrm>
                <a:off x="5943623" y="5900984"/>
                <a:ext cx="6248377" cy="517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𝐻𝐷𝑀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400" b="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DED50B4-E938-3038-84D2-8D2487D4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23" y="5900984"/>
                <a:ext cx="6248377" cy="517834"/>
              </a:xfrm>
              <a:prstGeom prst="rect">
                <a:avLst/>
              </a:prstGeom>
              <a:blipFill>
                <a:blip r:embed="rId9"/>
                <a:stretch>
                  <a:fillRect l="-98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992E2B1-6F57-8C04-FFE5-99DF17ED7CE6}"/>
                  </a:ext>
                </a:extLst>
              </p:cNvPr>
              <p:cNvSpPr txBox="1"/>
              <p:nvPr/>
            </p:nvSpPr>
            <p:spPr>
              <a:xfrm>
                <a:off x="0" y="4787900"/>
                <a:ext cx="6142835" cy="404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Usually, we set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=246</m:t>
                    </m:r>
                  </m:oMath>
                </a14:m>
                <a:r>
                  <a:rPr lang="en-US" altLang="zh-CN" dirty="0"/>
                  <a:t>GeV,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&lt;1000</m:t>
                    </m:r>
                  </m:oMath>
                </a14:m>
                <a:r>
                  <a:rPr lang="en-US" altLang="zh-CN" dirty="0"/>
                  <a:t>GeV.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28484B1-48F6-550C-EDE0-4EBAA9DE2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87900"/>
                <a:ext cx="6142835" cy="404213"/>
              </a:xfrm>
              <a:prstGeom prst="rect">
                <a:avLst/>
              </a:prstGeom>
              <a:blipFill>
                <a:blip r:embed="rId10"/>
                <a:stretch>
                  <a:fillRect l="-794" t="-5970" b="-14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4F36C6-B3C3-AFC6-F125-D6EBD7AA2530}"/>
                  </a:ext>
                </a:extLst>
              </p:cNvPr>
              <p:cNvSpPr txBox="1"/>
              <p:nvPr/>
            </p:nvSpPr>
            <p:spPr>
              <a:xfrm>
                <a:off x="0" y="5859093"/>
                <a:ext cx="3360279" cy="594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2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2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CN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2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num>
                            <m:den>
                              <m:f>
                                <m:fPr>
                                  <m:ctrlPr>
                                    <a:rPr lang="en-US" altLang="zh-CN" sz="12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2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12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9782D41-6D66-959C-B813-F639D38D6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859093"/>
                <a:ext cx="3360279" cy="5946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CCF5A85-A640-7D65-AEB3-D027D8C86039}"/>
                  </a:ext>
                </a:extLst>
              </p:cNvPr>
              <p:cNvSpPr txBox="1"/>
              <p:nvPr/>
            </p:nvSpPr>
            <p:spPr>
              <a:xfrm>
                <a:off x="0" y="6488668"/>
                <a:ext cx="1219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𝒄𝒐𝒔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𝒊𝒏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70C0"/>
                    </a:solidFill>
                  </a:rPr>
                  <a:t>and tan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59E4A2B-BC99-185C-0269-D624A1852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88668"/>
                <a:ext cx="12192000" cy="369332"/>
              </a:xfrm>
              <a:prstGeom prst="rect">
                <a:avLst/>
              </a:prstGeom>
              <a:blipFill>
                <a:blip r:embed="rId12"/>
                <a:stretch>
                  <a:fillRect l="-40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035CBB-F502-5451-5016-304ED642AC74}"/>
                  </a:ext>
                </a:extLst>
              </p:cNvPr>
              <p:cNvSpPr txBox="1"/>
              <p:nvPr/>
            </p:nvSpPr>
            <p:spPr>
              <a:xfrm>
                <a:off x="0" y="5623023"/>
                <a:ext cx="1292020" cy="201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1676F30-F148-6C9A-6475-D0B2B60A5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23023"/>
                <a:ext cx="1292020" cy="201145"/>
              </a:xfrm>
              <a:prstGeom prst="rect">
                <a:avLst/>
              </a:prstGeom>
              <a:blipFill>
                <a:blip r:embed="rId13"/>
                <a:stretch>
                  <a:fillRect l="-235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89802A-C30B-A991-65D5-BE719776FA8F}"/>
                  </a:ext>
                </a:extLst>
              </p:cNvPr>
              <p:cNvSpPr txBox="1"/>
              <p:nvPr/>
            </p:nvSpPr>
            <p:spPr>
              <a:xfrm>
                <a:off x="3071417" y="4543876"/>
                <a:ext cx="1204625" cy="31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0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08753B0-49E0-D91E-66D0-DA4138BF2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417" y="4543876"/>
                <a:ext cx="1204625" cy="315984"/>
              </a:xfrm>
              <a:prstGeom prst="rect">
                <a:avLst/>
              </a:prstGeom>
              <a:blipFill>
                <a:blip r:embed="rId14"/>
                <a:stretch>
                  <a:fillRect l="-508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586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FBB8-0448-6A6C-D7A7-1DB844B5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955E1A-526D-0B74-E6BE-3E0F63347347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B9B1C2-5AE6-54E2-4376-2C02E57F1892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76AC4025-426E-8CFC-628B-E695234B9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5" y="1569134"/>
            <a:ext cx="5308535" cy="17531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1860AA-ED8C-BCB6-5B47-6627DBA20033}"/>
              </a:ext>
            </a:extLst>
          </p:cNvPr>
          <p:cNvSpPr txBox="1"/>
          <p:nvPr/>
        </p:nvSpPr>
        <p:spPr>
          <a:xfrm>
            <a:off x="0" y="1172413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Yukawa couplings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3E41D5-DE2E-372D-C994-6ED68A649927}"/>
              </a:ext>
            </a:extLst>
          </p:cNvPr>
          <p:cNvSpPr txBox="1"/>
          <p:nvPr/>
        </p:nvSpPr>
        <p:spPr>
          <a:xfrm>
            <a:off x="6096000" y="1172413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Gauge couplings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D21B207-A47A-F087-0899-5AF91F0481D6}"/>
                  </a:ext>
                </a:extLst>
              </p:cNvPr>
              <p:cNvSpPr txBox="1"/>
              <p:nvPr/>
            </p:nvSpPr>
            <p:spPr>
              <a:xfrm>
                <a:off x="7923744" y="1498820"/>
                <a:ext cx="2534540" cy="3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3064EBF-F340-870A-2DCA-15B83A586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744" y="1498820"/>
                <a:ext cx="2534540" cy="301749"/>
              </a:xfrm>
              <a:prstGeom prst="rect">
                <a:avLst/>
              </a:prstGeom>
              <a:blipFill>
                <a:blip r:embed="rId4"/>
                <a:stretch>
                  <a:fillRect l="-721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内容占位符 9">
            <a:extLst>
              <a:ext uri="{FF2B5EF4-FFF2-40B4-BE49-F238E27FC236}">
                <a16:creationId xmlns:a16="http://schemas.microsoft.com/office/drawing/2014/main" id="{44A3692E-DF2C-0EEB-6C39-25623206A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EC32BBB-BE87-CED8-8D7E-674BA885079F}"/>
                  </a:ext>
                </a:extLst>
              </p:cNvPr>
              <p:cNvSpPr txBox="1"/>
              <p:nvPr/>
            </p:nvSpPr>
            <p:spPr>
              <a:xfrm>
                <a:off x="177865" y="3402822"/>
                <a:ext cx="2087623" cy="736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  <a:p>
                <a:endParaRPr lang="zh-CN" altLang="en-US" sz="1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0E4C993-C723-05CC-A8C4-04BFF100A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5" y="3402822"/>
                <a:ext cx="2087623" cy="736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FF8052-A5C3-D1B3-E2F7-A7376EA42956}"/>
                  </a:ext>
                </a:extLst>
              </p:cNvPr>
              <p:cNvSpPr txBox="1"/>
              <p:nvPr/>
            </p:nvSpPr>
            <p:spPr>
              <a:xfrm>
                <a:off x="2832132" y="3398710"/>
                <a:ext cx="1800686" cy="521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82E548-4654-FE2F-76C5-BDE135B7A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132" y="3398710"/>
                <a:ext cx="1800686" cy="521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325EC18-6A55-5FDA-DBEE-EF37A398938F}"/>
                  </a:ext>
                </a:extLst>
              </p:cNvPr>
              <p:cNvSpPr txBox="1"/>
              <p:nvPr/>
            </p:nvSpPr>
            <p:spPr>
              <a:xfrm>
                <a:off x="7992898" y="1842763"/>
                <a:ext cx="239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3FAA84-E912-32AF-4EDC-DA53245C9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898" y="1842763"/>
                <a:ext cx="2396232" cy="276999"/>
              </a:xfrm>
              <a:prstGeom prst="rect">
                <a:avLst/>
              </a:prstGeom>
              <a:blipFill>
                <a:blip r:embed="rId8"/>
                <a:stretch>
                  <a:fillRect l="-763" t="-2174" r="-305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319BC3-39AC-5109-81DA-F514FB13AAD9}"/>
                  </a:ext>
                </a:extLst>
              </p:cNvPr>
              <p:cNvSpPr txBox="1"/>
              <p:nvPr/>
            </p:nvSpPr>
            <p:spPr>
              <a:xfrm>
                <a:off x="177865" y="4005529"/>
                <a:ext cx="3089756" cy="518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BDBD315-FD8A-67E6-2AF0-560A465B0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5" y="4005529"/>
                <a:ext cx="3089756" cy="5181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6476EEB-9D67-26CC-FC59-026144E5D9C8}"/>
                  </a:ext>
                </a:extLst>
              </p:cNvPr>
              <p:cNvSpPr txBox="1"/>
              <p:nvPr/>
            </p:nvSpPr>
            <p:spPr>
              <a:xfrm>
                <a:off x="177865" y="4531914"/>
                <a:ext cx="2877006" cy="521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C847AA2-365F-8539-964E-DB89C6F86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5" y="4531914"/>
                <a:ext cx="2877006" cy="521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DB7900A-8643-F2BB-834E-CE6B21DF3BA3}"/>
                  </a:ext>
                </a:extLst>
              </p:cNvPr>
              <p:cNvSpPr txBox="1"/>
              <p:nvPr/>
            </p:nvSpPr>
            <p:spPr>
              <a:xfrm>
                <a:off x="177865" y="5144729"/>
                <a:ext cx="3224729" cy="5181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932D177-072C-53D1-68EE-190C90E58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5" y="5144729"/>
                <a:ext cx="3224729" cy="51815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5995450-22FF-2BAA-B723-3B953D1A2AB2}"/>
                  </a:ext>
                </a:extLst>
              </p:cNvPr>
              <p:cNvSpPr txBox="1"/>
              <p:nvPr/>
            </p:nvSpPr>
            <p:spPr>
              <a:xfrm>
                <a:off x="177865" y="5660931"/>
                <a:ext cx="2877326" cy="521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3E76F3C-DAAB-CC29-5FBD-17FC14789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5" y="5660931"/>
                <a:ext cx="2877326" cy="521553"/>
              </a:xfrm>
              <a:prstGeom prst="rect">
                <a:avLst/>
              </a:prstGeom>
              <a:blipFill>
                <a:blip r:embed="rId12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8D7A402-EA5E-1328-2EAF-2B1D82DF1412}"/>
                  </a:ext>
                </a:extLst>
              </p:cNvPr>
              <p:cNvSpPr txBox="1"/>
              <p:nvPr/>
            </p:nvSpPr>
            <p:spPr>
              <a:xfrm>
                <a:off x="7201818" y="2161956"/>
                <a:ext cx="409015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C059870-12CE-69E8-59AD-535AFC5B0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818" y="2161956"/>
                <a:ext cx="4090159" cy="553998"/>
              </a:xfrm>
              <a:prstGeom prst="rect">
                <a:avLst/>
              </a:prstGeom>
              <a:blipFill>
                <a:blip r:embed="rId13"/>
                <a:stretch>
                  <a:fillRect t="-2198" r="-1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609A96D-B207-0298-A257-614A768F3D1C}"/>
                  </a:ext>
                </a:extLst>
              </p:cNvPr>
              <p:cNvSpPr txBox="1"/>
              <p:nvPr/>
            </p:nvSpPr>
            <p:spPr>
              <a:xfrm>
                <a:off x="7065210" y="2484315"/>
                <a:ext cx="43633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EEF653A-9969-191C-7FF6-AF9372209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210" y="2484315"/>
                <a:ext cx="4363374" cy="553998"/>
              </a:xfrm>
              <a:prstGeom prst="rect">
                <a:avLst/>
              </a:prstGeom>
              <a:blipFill>
                <a:blip r:embed="rId14"/>
                <a:stretch>
                  <a:fillRect t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F5FABAE-CC30-B90E-8A57-F31A940D1D73}"/>
                  </a:ext>
                </a:extLst>
              </p:cNvPr>
              <p:cNvSpPr txBox="1"/>
              <p:nvPr/>
            </p:nvSpPr>
            <p:spPr>
              <a:xfrm>
                <a:off x="8414684" y="5728982"/>
                <a:ext cx="3777316" cy="6935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14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4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E2C917D-204D-603B-3228-BBF49C7F2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684" y="5728982"/>
                <a:ext cx="3777316" cy="6935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3B7A7411-BE37-E8F1-30F3-8267AE4F1D0C}"/>
              </a:ext>
            </a:extLst>
          </p:cNvPr>
          <p:cNvSpPr txBox="1"/>
          <p:nvPr/>
        </p:nvSpPr>
        <p:spPr>
          <a:xfrm>
            <a:off x="6096000" y="3900080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Charged Higgs coupling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3CE061E-6503-4BE5-8548-AA146E351F6D}"/>
                  </a:ext>
                </a:extLst>
              </p:cNvPr>
              <p:cNvSpPr txBox="1"/>
              <p:nvPr/>
            </p:nvSpPr>
            <p:spPr>
              <a:xfrm>
                <a:off x="7204455" y="4293687"/>
                <a:ext cx="3439851" cy="474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FF8D7B6-0D9C-5BF3-62EC-193BFE3FE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455" y="4293687"/>
                <a:ext cx="3439851" cy="47448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030512E-BC8F-345C-1E3B-D1FA74BAA6CD}"/>
                  </a:ext>
                </a:extLst>
              </p:cNvPr>
              <p:cNvSpPr txBox="1"/>
              <p:nvPr/>
            </p:nvSpPr>
            <p:spPr>
              <a:xfrm>
                <a:off x="7666402" y="4853882"/>
                <a:ext cx="2636940" cy="311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𝑐𝑜𝑡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288E983-A9A0-9EA4-415B-185E750B1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402" y="4853882"/>
                <a:ext cx="2636940" cy="311880"/>
              </a:xfrm>
              <a:prstGeom prst="rect">
                <a:avLst/>
              </a:prstGeom>
              <a:blipFill>
                <a:blip r:embed="rId18"/>
                <a:stretch>
                  <a:fillRect l="-694" t="-1961" r="-2546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0478C01F-4375-1ADD-C4BD-44E16B0ECA63}"/>
              </a:ext>
            </a:extLst>
          </p:cNvPr>
          <p:cNvSpPr txBox="1"/>
          <p:nvPr/>
        </p:nvSpPr>
        <p:spPr>
          <a:xfrm>
            <a:off x="11793562" y="313759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[1]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A24D03-C00A-D032-FE31-2861D955915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2153" y="2785957"/>
            <a:ext cx="3417722" cy="109384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340835E-FC13-4CBC-00AD-1CA7979DCB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31510" y="3499006"/>
            <a:ext cx="460467" cy="28307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FECDCAA-2532-043A-DC17-EB6551CAE2F6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[1] P.Posch, PhysicsLettersB696(2011)447–453 (10)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EDB74BC-C77C-4B19-1FD6-45E1B952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Effective couplings modification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6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13D9C-CCA1-D89E-0C61-A5ACC628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A56E1A-F7B7-AD16-A4DE-8449B6517EE4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D447871-147C-231E-A25C-95CEC00DB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HiggsTools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07ABE04-C89C-09AD-653C-6AD3272AFAB1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245ABAC2-3E77-371E-BFAB-5855B63B7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7BB04C-CD22-E1DA-3B8A-EB8BD7829C7B}"/>
                  </a:ext>
                </a:extLst>
              </p:cNvPr>
              <p:cNvSpPr txBox="1"/>
              <p:nvPr/>
            </p:nvSpPr>
            <p:spPr>
              <a:xfrm>
                <a:off x="0" y="1443841"/>
                <a:ext cx="1219200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HiggsTools[3] includes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HiggsPredictions(HP)</a:t>
                </a:r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HiggsBounds-6(HB-6)</a:t>
                </a:r>
                <a:r>
                  <a:rPr lang="en-US" altLang="zh-CN" dirty="0"/>
                  <a:t> and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HiggsSignals-3(HS-3)</a:t>
                </a:r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	</a:t>
                </a:r>
                <a:r>
                  <a:rPr lang="en-US" altLang="zh-CN" dirty="0"/>
                  <a:t>&gt;HiggsPredictions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: defines the BSM particles and obtains theory prediction for production and decay rates;</a:t>
                </a:r>
              </a:p>
              <a:p>
                <a:r>
                  <a:rPr lang="en-US" altLang="zh-CN" dirty="0"/>
                  <a:t>			also it can calculate the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production cross sections</a:t>
                </a:r>
                <a:r>
                  <a:rPr lang="en-US" altLang="zh-CN" dirty="0"/>
                  <a:t> of BSM particle briefly by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effective couplings 			modification input</a:t>
                </a:r>
                <a:r>
                  <a:rPr lang="en-US" altLang="zh-CN" dirty="0"/>
                  <a:t>. </a:t>
                </a:r>
              </a:p>
              <a:p>
                <a:r>
                  <a:rPr lang="en-US" altLang="zh-CN" dirty="0"/>
                  <a:t>	</a:t>
                </a:r>
              </a:p>
              <a:p>
                <a:r>
                  <a:rPr lang="en-US" altLang="zh-CN" dirty="0"/>
                  <a:t>	&gt;HiggsBounds 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evaluates bounds from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direct searches for BSM particles </a:t>
                </a:r>
                <a:r>
                  <a:rPr lang="en-US" altLang="zh-CN" dirty="0"/>
                  <a:t>by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CLs method</a:t>
                </a:r>
                <a:r>
                  <a:rPr lang="en-US" altLang="zh-CN" dirty="0"/>
                  <a:t>;</a:t>
                </a:r>
              </a:p>
              <a:p>
                <a:r>
                  <a:rPr lang="en-US" altLang="zh-CN" dirty="0"/>
                  <a:t>			it will calculate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expected up limits(95% C.L.) </a:t>
                </a:r>
                <a:r>
                  <a:rPr lang="en-US" altLang="zh-CN" dirty="0"/>
                  <a:t>and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observed up limits(95% C.L.) </a:t>
                </a:r>
                <a:r>
                  <a:rPr lang="en-US" altLang="zh-CN" dirty="0"/>
                  <a:t>for every relevant 			process with respect to every BSM particle;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</a:rPr>
                  <a:t>(the HiggsBounds limit database contains 258 				different experimental limits from LEP and the LHC.)</a:t>
                </a:r>
              </a:p>
              <a:p>
                <a:r>
                  <a:rPr lang="en-US" altLang="zh-CN" dirty="0"/>
                  <a:t>	</a:t>
                </a:r>
              </a:p>
              <a:p>
                <a:r>
                  <a:rPr lang="en-US" altLang="zh-CN" dirty="0"/>
                  <a:t>	&gt;HiggsSignals : evaluates compatibility with the measurements of 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Higgs boson detected at ∼ 125 GeV </a:t>
                </a:r>
                <a:r>
                  <a:rPr lang="en-US" altLang="zh-CN" dirty="0"/>
                  <a:t>by </a:t>
                </a:r>
              </a:p>
              <a:p>
                <a:r>
                  <a:rPr lang="en-US" altLang="zh-CN" dirty="0"/>
                  <a:t>			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dirty="0"/>
                  <a:t>with experimental results with respect to the 125GeV signal. </a:t>
                </a:r>
              </a:p>
              <a:p>
                <a:r>
                  <a:rPr lang="en-US" altLang="zh-CN" dirty="0"/>
                  <a:t>			Now we can only input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inclusive cross sections and branch ratios</a:t>
                </a:r>
                <a:r>
                  <a:rPr lang="en-US" altLang="zh-CN" dirty="0"/>
                  <a:t>, but HiggsSignals compute 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dirty="0"/>
                  <a:t>with different bins divided by different experimental reports using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STXS method</a:t>
                </a:r>
                <a:r>
                  <a:rPr lang="en-US" altLang="zh-CN" dirty="0"/>
                  <a:t>. So, it uses 			the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SM Higgs boson </a:t>
                </a:r>
                <a:r>
                  <a:rPr lang="en-US" altLang="zh-CN" dirty="0"/>
                  <a:t>as a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kinematic template</a:t>
                </a:r>
                <a:r>
                  <a:rPr lang="en-US" altLang="zh-CN" dirty="0"/>
                  <a:t>, and provide you a choose to input the 				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modification factors </a:t>
                </a:r>
                <a:r>
                  <a:rPr lang="en-US" altLang="zh-CN" dirty="0"/>
                  <a:t>for different bins. But unfortunately, we can’t get the factors without 				Monte Carlo simulation.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61F04DF-D588-85F7-8247-0CC069874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3841"/>
                <a:ext cx="12192000" cy="4801314"/>
              </a:xfrm>
              <a:prstGeom prst="rect">
                <a:avLst/>
              </a:prstGeom>
              <a:blipFill>
                <a:blip r:embed="rId4"/>
                <a:stretch>
                  <a:fillRect l="-400" t="-762" r="-600" b="-1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58BB17B-0DBB-B4C9-3D4C-A158C3F13787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[3] arXiv:2210.09332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4B7AA57-6697-F17F-9B3E-6673C3DE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B5C4DB3-C863-DC96-707F-5DACBBFA7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320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B86A-4CAE-62D8-0157-D3FE2359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6B6F9BB-AC74-2017-D4A4-D4C1867ECAB1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5F3574-13E4-58A4-40C3-73D9E43ABFC9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8EAFBD6-4F26-F582-A1F5-7B1AD156D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936A17-B1FA-97D4-5C92-8504844E16F0}"/>
              </a:ext>
            </a:extLst>
          </p:cNvPr>
          <p:cNvSpPr txBox="1"/>
          <p:nvPr/>
        </p:nvSpPr>
        <p:spPr>
          <a:xfrm>
            <a:off x="0" y="65548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</a:rPr>
              <a:t>[2] arXiv:2210.09332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C2A25F-D913-F22C-BE3F-72190B04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9169FE6-043A-86D5-D873-D8C34C14D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arXiv:1711.09419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873F50-3A31-A4C2-9CD5-0D260FA214E0}"/>
              </a:ext>
            </a:extLst>
          </p:cNvPr>
          <p:cNvSpPr txBox="1"/>
          <p:nvPr/>
        </p:nvSpPr>
        <p:spPr>
          <a:xfrm>
            <a:off x="0" y="1341170"/>
            <a:ext cx="117240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&lt;Higgs.signals.Measurement 210304956: </a:t>
            </a:r>
            <a:r>
              <a:rPr lang="en-US" altLang="zh-CN" sz="1400" dirty="0">
                <a:solidFill>
                  <a:srgbClr val="7030A0"/>
                </a:solidFill>
              </a:rPr>
              <a:t>19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2103.04956</a:t>
            </a:r>
            <a:r>
              <a:rPr lang="en-US" altLang="zh-CN" sz="1400" dirty="0"/>
              <a:t>&gt;, 	&lt;Higgs.signals.Measurement 200403447: </a:t>
            </a:r>
            <a:r>
              <a:rPr lang="en-US" altLang="zh-CN" sz="1400" dirty="0">
                <a:solidFill>
                  <a:srgbClr val="7030A0"/>
                </a:solidFill>
              </a:rPr>
              <a:t>12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2004.03447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180809054: </a:t>
            </a:r>
            <a:r>
              <a:rPr lang="en-US" altLang="zh-CN" sz="1400" dirty="0">
                <a:solidFill>
                  <a:srgbClr val="7030A0"/>
                </a:solidFill>
              </a:rPr>
              <a:t>2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1808.09054</a:t>
            </a:r>
            <a:r>
              <a:rPr lang="en-US" altLang="zh-CN" sz="1400" dirty="0"/>
              <a:t>&gt;, 	&lt;Higgs.signals.Measurement 200904363: </a:t>
            </a:r>
            <a:r>
              <a:rPr lang="en-US" altLang="zh-CN" sz="1400" dirty="0">
                <a:solidFill>
                  <a:srgbClr val="7030A0"/>
                </a:solidFill>
              </a:rPr>
              <a:t>4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2009.04363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210306956: </a:t>
            </a:r>
            <a:r>
              <a:rPr lang="en-US" altLang="zh-CN" sz="1400" dirty="0">
                <a:solidFill>
                  <a:srgbClr val="7030A0"/>
                </a:solidFill>
              </a:rPr>
              <a:t>17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2103.06956</a:t>
            </a:r>
            <a:r>
              <a:rPr lang="en-US" altLang="zh-CN" sz="1400" dirty="0"/>
              <a:t>&gt;, 	&lt;Higgs.signals.Measurement 200701984: </a:t>
            </a:r>
            <a:r>
              <a:rPr lang="en-US" altLang="zh-CN" sz="1400" dirty="0">
                <a:solidFill>
                  <a:srgbClr val="7030A0"/>
                </a:solidFill>
              </a:rPr>
              <a:t>5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2007.01984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190310052: </a:t>
            </a:r>
            <a:r>
              <a:rPr lang="en-US" altLang="zh-CN" sz="1400" dirty="0">
                <a:solidFill>
                  <a:srgbClr val="7030A0"/>
                </a:solidFill>
              </a:rPr>
              <a:t>2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1903.10052</a:t>
            </a:r>
            <a:r>
              <a:rPr lang="en-US" altLang="zh-CN" sz="1400" dirty="0"/>
              <a:t>&gt;, 	&lt;Higgs.signals.Measurement 180305485: </a:t>
            </a:r>
            <a:r>
              <a:rPr lang="en-US" altLang="zh-CN" sz="1400" dirty="0">
                <a:solidFill>
                  <a:srgbClr val="7030A0"/>
                </a:solidFill>
              </a:rPr>
              <a:t>6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1803.05485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211004836: </a:t>
            </a:r>
            <a:r>
              <a:rPr lang="en-US" altLang="zh-CN" sz="1400" dirty="0">
                <a:solidFill>
                  <a:srgbClr val="7030A0"/>
                </a:solidFill>
              </a:rPr>
              <a:t>3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2110.04836</a:t>
            </a:r>
            <a:r>
              <a:rPr lang="en-US" altLang="zh-CN" sz="1400" dirty="0"/>
              <a:t>&gt;, 	&lt;Higgs.signals.Measurement 2021021: </a:t>
            </a:r>
            <a:r>
              <a:rPr lang="en-US" altLang="zh-CN" sz="1400" dirty="0">
                <a:solidFill>
                  <a:srgbClr val="7030A0"/>
                </a:solidFill>
              </a:rPr>
              <a:t>1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ATLAS-CONF-2021-021</a:t>
            </a:r>
            <a:r>
              <a:rPr lang="en-US" altLang="zh-CN" sz="1400" dirty="0"/>
              <a:t>&gt;, &lt;Higgs.signals.Measurement 220700348: </a:t>
            </a:r>
            <a:r>
              <a:rPr lang="en-US" altLang="zh-CN" sz="1400" dirty="0">
                <a:solidFill>
                  <a:srgbClr val="7030A0"/>
                </a:solidFill>
              </a:rPr>
              <a:t>28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2207.00348</a:t>
            </a:r>
            <a:r>
              <a:rPr lang="en-US" altLang="zh-CN" sz="1400" dirty="0"/>
              <a:t>&gt;, 	&lt;Higgs.signals.Measurement 2019045: </a:t>
            </a:r>
            <a:r>
              <a:rPr lang="en-US" altLang="zh-CN" sz="1400" dirty="0">
                <a:solidFill>
                  <a:srgbClr val="7030A0"/>
                </a:solidFill>
              </a:rPr>
              <a:t>6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ATLAS-CONF-2019-045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160602266: </a:t>
            </a:r>
            <a:r>
              <a:rPr lang="en-US" altLang="zh-CN" sz="1400" dirty="0">
                <a:solidFill>
                  <a:srgbClr val="7030A0"/>
                </a:solidFill>
              </a:rPr>
              <a:t>20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1606.02266</a:t>
            </a:r>
            <a:r>
              <a:rPr lang="en-US" altLang="zh-CN" sz="1400" dirty="0"/>
              <a:t>&gt;, 	&lt;Higgs.signals.Measurement 181108856: </a:t>
            </a:r>
            <a:r>
              <a:rPr lang="en-US" altLang="zh-CN" sz="1400" dirty="0">
                <a:solidFill>
                  <a:srgbClr val="7030A0"/>
                </a:solidFill>
              </a:rPr>
              <a:t>2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1811.08856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211106712: </a:t>
            </a:r>
            <a:r>
              <a:rPr lang="en-US" altLang="zh-CN" sz="1400" dirty="0">
                <a:solidFill>
                  <a:srgbClr val="7030A0"/>
                </a:solidFill>
              </a:rPr>
              <a:t>1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2111.06712</a:t>
            </a:r>
            <a:r>
              <a:rPr lang="en-US" altLang="zh-CN" sz="1400" dirty="0"/>
              <a:t>&gt;, 	&lt;Higgs.signals.Measurement 180808242: </a:t>
            </a:r>
            <a:r>
              <a:rPr lang="en-US" altLang="zh-CN" sz="1400" dirty="0">
                <a:solidFill>
                  <a:srgbClr val="7030A0"/>
                </a:solidFill>
              </a:rPr>
              <a:t>5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1808.08242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191201662: </a:t>
            </a:r>
            <a:r>
              <a:rPr lang="en-US" altLang="zh-CN" sz="1400" dirty="0">
                <a:solidFill>
                  <a:srgbClr val="7030A0"/>
                </a:solidFill>
              </a:rPr>
              <a:t>2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1912.01662</a:t>
            </a:r>
            <a:r>
              <a:rPr lang="en-US" altLang="zh-CN" sz="1400" dirty="0"/>
              <a:t>&gt;, 	&lt;Higgs.signals.Measurement 201108280: </a:t>
            </a:r>
            <a:r>
              <a:rPr lang="en-US" altLang="zh-CN" sz="1400" dirty="0">
                <a:solidFill>
                  <a:srgbClr val="7030A0"/>
                </a:solidFill>
              </a:rPr>
              <a:t>1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2011.08280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200702873: </a:t>
            </a:r>
            <a:r>
              <a:rPr lang="en-US" altLang="zh-CN" sz="1400" dirty="0">
                <a:solidFill>
                  <a:srgbClr val="7030A0"/>
                </a:solidFill>
              </a:rPr>
              <a:t>5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2007.02873</a:t>
            </a:r>
            <a:r>
              <a:rPr lang="en-US" altLang="zh-CN" sz="1400" dirty="0"/>
              <a:t>&gt;, 	&lt;Higgs.signals.Measurement 200707830: </a:t>
            </a:r>
            <a:r>
              <a:rPr lang="en-US" altLang="zh-CN" sz="1400" dirty="0">
                <a:solidFill>
                  <a:srgbClr val="7030A0"/>
                </a:solidFill>
              </a:rPr>
              <a:t>1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2007.07830</a:t>
            </a:r>
            <a:r>
              <a:rPr lang="en-US" altLang="zh-CN" sz="1400" dirty="0"/>
              <a:t>&gt;, </a:t>
            </a:r>
          </a:p>
          <a:p>
            <a:r>
              <a:rPr lang="en-US" altLang="zh-CN" sz="1400" dirty="0"/>
              <a:t>&lt;Higgs.signals.Measurement 220412957: </a:t>
            </a:r>
            <a:r>
              <a:rPr lang="en-US" altLang="zh-CN" sz="1400" dirty="0">
                <a:solidFill>
                  <a:srgbClr val="7030A0"/>
                </a:solidFill>
              </a:rPr>
              <a:t>16 bin </a:t>
            </a:r>
            <a:r>
              <a:rPr lang="en-US" altLang="zh-CN" sz="1400" dirty="0"/>
              <a:t>from</a:t>
            </a:r>
            <a:r>
              <a:rPr lang="en-US" altLang="zh-CN" sz="1400" dirty="0">
                <a:solidFill>
                  <a:srgbClr val="7030A0"/>
                </a:solidFill>
              </a:rPr>
              <a:t> 2204.12957</a:t>
            </a:r>
            <a:r>
              <a:rPr lang="en-US" altLang="zh-CN" sz="1400" dirty="0"/>
              <a:t>&gt;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C8750E-CC54-3F89-FE94-7AEA5B3F0017}"/>
                  </a:ext>
                </a:extLst>
              </p:cNvPr>
              <p:cNvSpPr txBox="1"/>
              <p:nvPr/>
            </p:nvSpPr>
            <p:spPr>
              <a:xfrm>
                <a:off x="0" y="971838"/>
                <a:ext cx="912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</a:rPr>
                  <a:t>All measurements </a:t>
                </a:r>
                <a:r>
                  <a:rPr lang="en-US" altLang="zh-CN" dirty="0"/>
                  <a:t>used by HiggsSignals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: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</a:rPr>
                  <a:t>(xxxx.xxxxx means </a:t>
                </a:r>
                <a:r>
                  <a:rPr lang="en-US" altLang="zh-CN" i="1" dirty="0" err="1">
                    <a:solidFill>
                      <a:schemeClr val="bg2">
                        <a:lumMod val="50000"/>
                      </a:schemeClr>
                    </a:solidFill>
                  </a:rPr>
                  <a:t>arXiv:xxxx.xxxxx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  <a:endParaRPr lang="zh-CN" altLang="en-US" i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C8750E-CC54-3F89-FE94-7AEA5B3F0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1838"/>
                <a:ext cx="9124486" cy="369332"/>
              </a:xfrm>
              <a:prstGeom prst="rect">
                <a:avLst/>
              </a:prstGeom>
              <a:blipFill>
                <a:blip r:embed="rId4"/>
                <a:stretch>
                  <a:fillRect l="-53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71DBB895-E671-B58E-F9F2-2DC4E691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HiggsTools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676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7D5B-6CFA-8961-9B09-7B602ED4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064F590-0805-5104-9B8A-1F38489A417E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C2CE487-D7AC-5499-652A-A587F02B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SM Alignment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5C7EB57-DFC7-40DB-2F10-CA38CB0ECAFB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B6A769F-ECA6-A4DA-F4D4-8B84F4EFE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C32D478-717B-F5C5-86D3-F571D64D914D}"/>
                  </a:ext>
                </a:extLst>
              </p:cNvPr>
              <p:cNvSpPr txBox="1"/>
              <p:nvPr/>
            </p:nvSpPr>
            <p:spPr>
              <a:xfrm>
                <a:off x="-15548" y="1541244"/>
                <a:ext cx="117153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Let’s set 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as the 125 GeV SM-like Higgs and CP-even, and all of the effective coupling modifications become 1.</a:t>
                </a:r>
              </a:p>
              <a:p>
                <a:r>
                  <a:rPr lang="en-US" altLang="zh-CN" dirty="0"/>
                  <a:t>So, the mixing angels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should satisfy</a:t>
                </a:r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744AFAC-CB19-6853-C95D-81E2A1DEB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48" y="1541244"/>
                <a:ext cx="11715387" cy="646331"/>
              </a:xfrm>
              <a:prstGeom prst="rect">
                <a:avLst/>
              </a:prstGeom>
              <a:blipFill>
                <a:blip r:embed="rId4"/>
                <a:stretch>
                  <a:fillRect l="-416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938512E-C516-8AD1-4DBA-D98FDE4814A1}"/>
                  </a:ext>
                </a:extLst>
              </p:cNvPr>
              <p:cNvSpPr txBox="1"/>
              <p:nvPr/>
            </p:nvSpPr>
            <p:spPr>
              <a:xfrm>
                <a:off x="10104376" y="5125421"/>
                <a:ext cx="2087623" cy="736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  <a:p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E20229C-FCDD-FD3E-5C04-B3D588284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376" y="5125421"/>
                <a:ext cx="2087623" cy="736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24CBC72-3020-51F3-1F0C-10FC0CC66254}"/>
                  </a:ext>
                </a:extLst>
              </p:cNvPr>
              <p:cNvSpPr txBox="1"/>
              <p:nvPr/>
            </p:nvSpPr>
            <p:spPr>
              <a:xfrm>
                <a:off x="10247845" y="5691880"/>
                <a:ext cx="1800686" cy="521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7591292-DAF5-4E72-FB5D-4C66536E8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845" y="5691880"/>
                <a:ext cx="1800686" cy="521553"/>
              </a:xfrm>
              <a:prstGeom prst="rect">
                <a:avLst/>
              </a:prstGeom>
              <a:blipFill>
                <a:blip r:embed="rId6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57548F-D3B0-CF6B-B3D3-214FAB4B457B}"/>
                  </a:ext>
                </a:extLst>
              </p:cNvPr>
              <p:cNvSpPr txBox="1"/>
              <p:nvPr/>
            </p:nvSpPr>
            <p:spPr>
              <a:xfrm>
                <a:off x="10247845" y="6238257"/>
                <a:ext cx="186506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D2E6EF-AFFF-434F-6CC8-6FBA9C9D4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845" y="6238257"/>
                <a:ext cx="1865062" cy="215444"/>
              </a:xfrm>
              <a:prstGeom prst="rect">
                <a:avLst/>
              </a:prstGeom>
              <a:blipFill>
                <a:blip r:embed="rId7"/>
                <a:stretch>
                  <a:fillRect l="-654" r="-2614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90B872-9B66-826F-8FBE-AB94D18F2F05}"/>
                  </a:ext>
                </a:extLst>
              </p:cNvPr>
              <p:cNvSpPr txBox="1"/>
              <p:nvPr/>
            </p:nvSpPr>
            <p:spPr>
              <a:xfrm>
                <a:off x="5599486" y="2015224"/>
                <a:ext cx="8361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C87439E-3EA3-C94E-4FD9-D7C257E4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86" y="2015224"/>
                <a:ext cx="836191" cy="307777"/>
              </a:xfrm>
              <a:prstGeom prst="rect">
                <a:avLst/>
              </a:prstGeom>
              <a:blipFill>
                <a:blip r:embed="rId8"/>
                <a:stretch>
                  <a:fillRect l="-3650" r="-8029" b="-3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B684142-86B2-9789-8254-676C7D18F5DA}"/>
                  </a:ext>
                </a:extLst>
              </p:cNvPr>
              <p:cNvSpPr txBox="1"/>
              <p:nvPr/>
            </p:nvSpPr>
            <p:spPr>
              <a:xfrm>
                <a:off x="5614105" y="2404794"/>
                <a:ext cx="8215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928AB7E-AE39-F078-3EC4-0CFA267F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105" y="2404794"/>
                <a:ext cx="821572" cy="307777"/>
              </a:xfrm>
              <a:prstGeom prst="rect">
                <a:avLst/>
              </a:prstGeom>
              <a:blipFill>
                <a:blip r:embed="rId9"/>
                <a:stretch>
                  <a:fillRect l="-3704" r="-5185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8047A96-9F92-147C-FCD5-30329BDED7DB}"/>
                  </a:ext>
                </a:extLst>
              </p:cNvPr>
              <p:cNvSpPr txBox="1"/>
              <p:nvPr/>
            </p:nvSpPr>
            <p:spPr>
              <a:xfrm>
                <a:off x="4540798" y="4109858"/>
                <a:ext cx="3101682" cy="329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7B64B6E-206D-347F-A8B1-6186DF020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798" y="4109858"/>
                <a:ext cx="3101682" cy="329770"/>
              </a:xfrm>
              <a:prstGeom prst="rect">
                <a:avLst/>
              </a:prstGeom>
              <a:blipFill>
                <a:blip r:embed="rId10"/>
                <a:stretch>
                  <a:fillRect l="-982" b="-24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D29447-4702-C367-D649-FCA35AA435AE}"/>
                  </a:ext>
                </a:extLst>
              </p:cNvPr>
              <p:cNvSpPr txBox="1"/>
              <p:nvPr/>
            </p:nvSpPr>
            <p:spPr>
              <a:xfrm>
                <a:off x="4540798" y="3503738"/>
                <a:ext cx="2968185" cy="63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9932D9A-79BA-D6CE-5555-2FC160607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798" y="3503738"/>
                <a:ext cx="2968185" cy="631070"/>
              </a:xfrm>
              <a:prstGeom prst="rect">
                <a:avLst/>
              </a:prstGeom>
              <a:blipFill>
                <a:blip r:embed="rId11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CEF53F2-C0D0-9D9B-8943-D4B852C882F0}"/>
                  </a:ext>
                </a:extLst>
              </p:cNvPr>
              <p:cNvSpPr txBox="1"/>
              <p:nvPr/>
            </p:nvSpPr>
            <p:spPr>
              <a:xfrm>
                <a:off x="2667032" y="3168292"/>
                <a:ext cx="685793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  <a:p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85DA91-0D70-A1F7-0565-9A5891B8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32" y="3168292"/>
                <a:ext cx="6857935" cy="553998"/>
              </a:xfrm>
              <a:prstGeom prst="rect">
                <a:avLst/>
              </a:prstGeom>
              <a:blipFill>
                <a:blip r:embed="rId12"/>
                <a:stretch>
                  <a:fillRect t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73AE6BD-A373-E6ED-6B7A-39A2FB4D04BE}"/>
              </a:ext>
            </a:extLst>
          </p:cNvPr>
          <p:cNvSpPr txBox="1"/>
          <p:nvPr/>
        </p:nvSpPr>
        <p:spPr>
          <a:xfrm>
            <a:off x="0" y="2754034"/>
            <a:ext cx="590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Then ,the </a:t>
            </a:r>
            <a:r>
              <a:rPr lang="en-US" altLang="zh-CN" dirty="0">
                <a:solidFill>
                  <a:srgbClr val="FF0000"/>
                </a:solidFill>
              </a:rPr>
              <a:t>effective couplings modification </a:t>
            </a:r>
            <a:r>
              <a:rPr lang="en-US" altLang="zh-CN" dirty="0"/>
              <a:t>factors become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7A998C-C09B-2C38-C891-84CAA564B55D}"/>
                  </a:ext>
                </a:extLst>
              </p:cNvPr>
              <p:cNvSpPr txBox="1"/>
              <p:nvPr/>
            </p:nvSpPr>
            <p:spPr>
              <a:xfrm>
                <a:off x="4577410" y="4522376"/>
                <a:ext cx="3028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CE39CC-74F0-3CF3-6712-1BC49E02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410" y="4522376"/>
                <a:ext cx="3028458" cy="276999"/>
              </a:xfrm>
              <a:prstGeom prst="rect">
                <a:avLst/>
              </a:prstGeom>
              <a:blipFill>
                <a:blip r:embed="rId13"/>
                <a:stretch>
                  <a:fillRect l="-2213" t="-2222" r="-1006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DB1150A-BE2B-9D3B-DD8D-6F84378A58E8}"/>
                  </a:ext>
                </a:extLst>
              </p:cNvPr>
              <p:cNvSpPr txBox="1"/>
              <p:nvPr/>
            </p:nvSpPr>
            <p:spPr>
              <a:xfrm>
                <a:off x="5257800" y="4877627"/>
                <a:ext cx="2125903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83E7FA-93B2-7C5E-2632-3367DA0A2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877627"/>
                <a:ext cx="2125903" cy="302070"/>
              </a:xfrm>
              <a:prstGeom prst="rect">
                <a:avLst/>
              </a:prstGeom>
              <a:blipFill>
                <a:blip r:embed="rId14"/>
                <a:stretch>
                  <a:fillRect r="-1437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1F540E1-953E-72BF-CBC5-09ADD3451AF0}"/>
                  </a:ext>
                </a:extLst>
              </p:cNvPr>
              <p:cNvSpPr txBox="1"/>
              <p:nvPr/>
            </p:nvSpPr>
            <p:spPr>
              <a:xfrm>
                <a:off x="3480571" y="5226823"/>
                <a:ext cx="5088637" cy="8343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zh-CN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zh-CN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zh-CN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46F2771-FE6E-16FF-0DAD-C60C686C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571" y="5226823"/>
                <a:ext cx="5088637" cy="834396"/>
              </a:xfrm>
              <a:prstGeom prst="rect">
                <a:avLst/>
              </a:prstGeom>
              <a:blipFill>
                <a:blip r:embed="rId15"/>
                <a:stretch>
                  <a:fillRect l="-479" t="-1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086A1FBD-519B-F13C-FDE4-9655E7BD0E04}"/>
              </a:ext>
            </a:extLst>
          </p:cNvPr>
          <p:cNvSpPr txBox="1"/>
          <p:nvPr/>
        </p:nvSpPr>
        <p:spPr>
          <a:xfrm>
            <a:off x="0" y="97478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SM alignment means we should create a scalar particle that is </a:t>
            </a:r>
            <a:r>
              <a:rPr lang="en-US" altLang="zh-CN" dirty="0">
                <a:solidFill>
                  <a:srgbClr val="FF0000"/>
                </a:solidFill>
              </a:rPr>
              <a:t>almost the same as SM Higgs boson, and other scalar particles have negligible impacts on it.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56B617-874A-7EFC-28FB-CE5F86A52804}"/>
              </a:ext>
            </a:extLst>
          </p:cNvPr>
          <p:cNvSpPr txBox="1"/>
          <p:nvPr/>
        </p:nvSpPr>
        <p:spPr>
          <a:xfrm>
            <a:off x="0" y="5657670"/>
            <a:ext cx="8286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Then what about other parameters? </a:t>
            </a:r>
          </a:p>
          <a:p>
            <a:r>
              <a:rPr lang="en-US" altLang="zh-CN" sz="2400" dirty="0">
                <a:solidFill>
                  <a:srgbClr val="00B050"/>
                </a:solidFill>
              </a:rPr>
              <a:t>Let’s test their impacts on our SM-like Higgs by HiggsSignals.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658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7080B-3B8E-C957-11A8-D3A5BCDA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592CA0-0838-976E-876C-31579EF96199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FA1B383-BC20-ADFD-F747-B28F06AF6A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FB3F302-01D4-B9F9-E2D2-B30495292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3661895-E4D2-68C3-36DC-7601F2221F5D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3AEE7BE-B24B-5DF3-BC7A-45171CABE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018B70-EF32-48F6-7A44-A561D49CDEC4}"/>
                  </a:ext>
                </a:extLst>
              </p:cNvPr>
              <p:cNvSpPr txBox="1"/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As for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, we use HiggsSignals to do a brief scan to see which parameter region has smaller impacts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AA58622-0BA2-199A-AA33-69B281E54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blipFill>
                <a:blip r:embed="rId5"/>
                <a:stretch>
                  <a:fillRect l="-448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0B39AD5D-A561-62F6-2A9B-65715273C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822" y="1354593"/>
            <a:ext cx="4245438" cy="24998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D6145B4-A607-B5B8-87B6-AFC3B9F9A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260" y="1345893"/>
            <a:ext cx="4272740" cy="25365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543FE66-59D9-63AB-8845-9F0278D3CBFC}"/>
                  </a:ext>
                </a:extLst>
              </p:cNvPr>
              <p:cNvSpPr txBox="1"/>
              <p:nvPr/>
            </p:nvSpPr>
            <p:spPr>
              <a:xfrm>
                <a:off x="0" y="6028927"/>
                <a:ext cx="4005327" cy="4597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So,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=650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𝐺𝑒𝑉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954777-D813-02BA-4C28-3D47906E9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28927"/>
                <a:ext cx="4005327" cy="459741"/>
              </a:xfrm>
              <a:prstGeom prst="rect">
                <a:avLst/>
              </a:prstGeom>
              <a:blipFill>
                <a:blip r:embed="rId8"/>
                <a:stretch>
                  <a:fillRect l="-1218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9AB5C0-0954-EA95-050D-E3186A39B294}"/>
                  </a:ext>
                </a:extLst>
              </p:cNvPr>
              <p:cNvSpPr txBox="1"/>
              <p:nvPr/>
            </p:nvSpPr>
            <p:spPr>
              <a:xfrm>
                <a:off x="-50799" y="1839678"/>
                <a:ext cx="3724619" cy="151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First,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, we compute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dirty="0"/>
                  <a:t>and show the figure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 which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. </a:t>
                </a:r>
                <a:r>
                  <a:rPr lang="en-US" altLang="zh-CN" i="1" dirty="0">
                    <a:solidFill>
                      <a:schemeClr val="bg2">
                        <a:lumMod val="50000"/>
                      </a:schemeClr>
                    </a:solidFill>
                  </a:rPr>
                  <a:t>(the rest of the parameters are shown in the lower right corner)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27152C-5B7A-997A-FAFB-F86F7D388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1839678"/>
                <a:ext cx="3724619" cy="1516121"/>
              </a:xfrm>
              <a:prstGeom prst="rect">
                <a:avLst/>
              </a:prstGeom>
              <a:blipFill>
                <a:blip r:embed="rId9"/>
                <a:stretch>
                  <a:fillRect l="-1473" t="-2016" r="-1800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5A86ADD-6693-1832-2628-0E8DB6E399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9259" y="3937409"/>
            <a:ext cx="4243254" cy="2480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671B33-B87A-D550-C04A-E56CDBED2CB3}"/>
                  </a:ext>
                </a:extLst>
              </p:cNvPr>
              <p:cNvSpPr txBox="1"/>
              <p:nvPr/>
            </p:nvSpPr>
            <p:spPr>
              <a:xfrm>
                <a:off x="4352606" y="1366624"/>
                <a:ext cx="4096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82D7392-4731-E902-2B44-652E88E22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606" y="1366624"/>
                <a:ext cx="4096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73E2E2A-7538-F8E9-F2B4-3DE4DC98AB2D}"/>
                  </a:ext>
                </a:extLst>
              </p:cNvPr>
              <p:cNvSpPr txBox="1"/>
              <p:nvPr/>
            </p:nvSpPr>
            <p:spPr>
              <a:xfrm>
                <a:off x="8598044" y="1354729"/>
                <a:ext cx="532377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23DC3D1-A560-A74F-3D5D-48D40670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44" y="1354729"/>
                <a:ext cx="532377" cy="3931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F9983D2-16AA-FE0F-1DC8-A11E6111A4AF}"/>
                  </a:ext>
                </a:extLst>
              </p:cNvPr>
              <p:cNvSpPr txBox="1"/>
              <p:nvPr/>
            </p:nvSpPr>
            <p:spPr>
              <a:xfrm>
                <a:off x="8598043" y="4210463"/>
                <a:ext cx="532377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D2EB44-2C0B-878F-D800-F5C8D3EF5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43" y="4210463"/>
                <a:ext cx="532377" cy="3931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C59F93F-F732-DC6F-6318-679C1D5A20D9}"/>
                  </a:ext>
                </a:extLst>
              </p:cNvPr>
              <p:cNvSpPr txBox="1"/>
              <p:nvPr/>
            </p:nvSpPr>
            <p:spPr>
              <a:xfrm>
                <a:off x="-50799" y="3841131"/>
                <a:ext cx="7970058" cy="2193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In the figure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we can see that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keeps the same </a:t>
                </a:r>
                <a:r>
                  <a:rPr lang="en-US" altLang="zh-CN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varies from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none of the points are excluded by HiggsBounds. So, we can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freely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, we find almost the same situation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except for the small mass region. As we can see in the upper right figure,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&lt;~150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𝐺𝑒𝑉</m:t>
                    </m:r>
                  </m:oMath>
                </a14:m>
                <a:r>
                  <a:rPr lang="en-US" altLang="zh-CN" dirty="0"/>
                  <a:t>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goes to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 Also, the small region are excluded by HiggsBounds. So, we should choose a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bigger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D77018C-863F-C48D-9692-B27784896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3841131"/>
                <a:ext cx="7970058" cy="2193101"/>
              </a:xfrm>
              <a:prstGeom prst="rect">
                <a:avLst/>
              </a:prstGeom>
              <a:blipFill>
                <a:blip r:embed="rId14"/>
                <a:stretch>
                  <a:fillRect l="-689" t="-1389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126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B465-57D0-6FC3-8789-53C13E43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69DB08-5E5D-B9EB-AB11-2295077F8264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D70203A-399F-FBD4-B434-73996A635E7C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28A95A5-442B-8CDB-D240-FB35023E7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3858069-6D9E-EF0D-1B71-0AE2C05E83C5}"/>
                  </a:ext>
                </a:extLst>
              </p:cNvPr>
              <p:cNvSpPr txBox="1"/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Then for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F64691-C2AA-9F74-5578-A3CCE9A4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974785"/>
                <a:ext cx="12242800" cy="393121"/>
              </a:xfrm>
              <a:prstGeom prst="rect">
                <a:avLst/>
              </a:prstGeom>
              <a:blipFill>
                <a:blip r:embed="rId4"/>
                <a:stretch>
                  <a:fillRect l="-448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8B7AE52A-510D-9058-B0D7-8817A83F7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82" y="1363141"/>
            <a:ext cx="5849357" cy="35157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4C78D0-2BA2-0253-8CD0-30C525549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862" y="3788760"/>
            <a:ext cx="4716840" cy="26795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68F3948-24E0-0E11-F163-951CF2C5A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659" y="996972"/>
            <a:ext cx="4604043" cy="276314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00F4F5A-9542-BEA5-39A9-3FE83D4BB4FE}"/>
              </a:ext>
            </a:extLst>
          </p:cNvPr>
          <p:cNvSpPr txBox="1"/>
          <p:nvPr/>
        </p:nvSpPr>
        <p:spPr>
          <a:xfrm>
            <a:off x="8751049" y="2761455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</a:rPr>
              <a:t>1606.02266</a:t>
            </a:r>
            <a:endParaRPr lang="zh-CN" altLang="en-US" sz="1100" dirty="0">
              <a:solidFill>
                <a:srgbClr val="0070C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E76225-5A19-267E-BCCB-D3F63897D927}"/>
              </a:ext>
            </a:extLst>
          </p:cNvPr>
          <p:cNvSpPr txBox="1"/>
          <p:nvPr/>
        </p:nvSpPr>
        <p:spPr>
          <a:xfrm>
            <a:off x="9190433" y="3023065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00B050"/>
                </a:solidFill>
              </a:rPr>
              <a:t>2207.00348</a:t>
            </a:r>
            <a:endParaRPr lang="zh-CN" altLang="en-US" sz="1100" dirty="0">
              <a:solidFill>
                <a:srgbClr val="00B05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EFD3C3-1FEA-7069-C43F-E55AB194E507}"/>
              </a:ext>
            </a:extLst>
          </p:cNvPr>
          <p:cNvSpPr txBox="1"/>
          <p:nvPr/>
        </p:nvSpPr>
        <p:spPr>
          <a:xfrm>
            <a:off x="8684656" y="114703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7030A0"/>
                </a:solidFill>
              </a:rPr>
              <a:t>2103.06956</a:t>
            </a:r>
            <a:endParaRPr lang="zh-CN" altLang="en-US" sz="11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E37927F-825E-6283-E1E3-F9CC1B3C9A28}"/>
                  </a:ext>
                </a:extLst>
              </p:cNvPr>
              <p:cNvSpPr txBox="1"/>
              <p:nvPr/>
            </p:nvSpPr>
            <p:spPr>
              <a:xfrm>
                <a:off x="9797747" y="5766779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2CAFC8-153F-5501-6E7B-4B9732673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747" y="5766779"/>
                <a:ext cx="542905" cy="169277"/>
              </a:xfrm>
              <a:prstGeom prst="rect">
                <a:avLst/>
              </a:prstGeom>
              <a:blipFill>
                <a:blip r:embed="rId9"/>
                <a:stretch>
                  <a:fillRect l="-5618" r="-4494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DA5BDA0-78D0-9DC4-114F-618032FAE62B}"/>
                  </a:ext>
                </a:extLst>
              </p:cNvPr>
              <p:cNvSpPr txBox="1"/>
              <p:nvPr/>
            </p:nvSpPr>
            <p:spPr>
              <a:xfrm>
                <a:off x="9805680" y="4571784"/>
                <a:ext cx="5525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1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82D5B2-1C43-16A2-B4B8-03576520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680" y="4571784"/>
                <a:ext cx="552524" cy="169277"/>
              </a:xfrm>
              <a:prstGeom prst="rect">
                <a:avLst/>
              </a:prstGeom>
              <a:blipFill>
                <a:blip r:embed="rId10"/>
                <a:stretch>
                  <a:fillRect l="-4444" r="-5556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C007710-E93F-E3FF-3FC8-6EC10093D5D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563423" y="1277836"/>
            <a:ext cx="1329597" cy="45812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9710BB-C515-CE56-66AF-A0568D0CC245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0069200" y="1863644"/>
            <a:ext cx="823820" cy="129022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61B6B23-07A9-C5A6-8F43-FA0B669407B1}"/>
                  </a:ext>
                </a:extLst>
              </p:cNvPr>
              <p:cNvSpPr txBox="1"/>
              <p:nvPr/>
            </p:nvSpPr>
            <p:spPr>
              <a:xfrm>
                <a:off x="10983304" y="1694367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43C2DC5-EEA5-BEF1-EEF2-EBE68CDFC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3304" y="1694367"/>
                <a:ext cx="542905" cy="169277"/>
              </a:xfrm>
              <a:prstGeom prst="rect">
                <a:avLst/>
              </a:prstGeom>
              <a:blipFill>
                <a:blip r:embed="rId11"/>
                <a:stretch>
                  <a:fillRect l="-5618" r="-4494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086CE4-160E-0734-7349-6358DD10FAC0}"/>
                  </a:ext>
                </a:extLst>
              </p:cNvPr>
              <p:cNvSpPr txBox="1"/>
              <p:nvPr/>
            </p:nvSpPr>
            <p:spPr>
              <a:xfrm>
                <a:off x="-50799" y="4907483"/>
                <a:ext cx="74975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actually, HiggsSignals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with experimental results instead</a:t>
                </a:r>
              </a:p>
              <a:p>
                <a:r>
                  <a:rPr lang="en-US" altLang="zh-CN" dirty="0"/>
                  <a:t>of SM predictions.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BFP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in the figure doesn’t mean SM Alignment</a:t>
                </a:r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2376ED-8D5F-6BEC-3E43-1A55CD8A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799" y="4907483"/>
                <a:ext cx="7497565" cy="646331"/>
              </a:xfrm>
              <a:prstGeom prst="rect">
                <a:avLst/>
              </a:prstGeom>
              <a:blipFill>
                <a:blip r:embed="rId12"/>
                <a:stretch>
                  <a:fillRect l="-732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D19936AB-91DA-5E76-D5DC-7F53F78016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494859"/>
            <a:ext cx="2965412" cy="9490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FE1030-3147-BD07-DC1D-896B2E703D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5178" y="6102362"/>
            <a:ext cx="460467" cy="28307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B11E118-DEDA-1878-C221-6AB06A7EAB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72998" y="6077968"/>
            <a:ext cx="1067340" cy="33186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C32ABE1-5539-E62E-CE22-DF0F7B80A2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0338" y="6095547"/>
            <a:ext cx="1303680" cy="2199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5DB609-0FB6-BDB1-9B8E-C006BD541C1C}"/>
              </a:ext>
            </a:extLst>
          </p:cNvPr>
          <p:cNvSpPr txBox="1"/>
          <p:nvPr/>
        </p:nvSpPr>
        <p:spPr>
          <a:xfrm>
            <a:off x="9471223" y="2493220"/>
            <a:ext cx="77585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LHC 7&amp;8TeV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FA99285-763A-147E-C64A-04489D48F1D0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9190433" y="2577858"/>
            <a:ext cx="280790" cy="18359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标题 1">
                <a:extLst>
                  <a:ext uri="{FF2B5EF4-FFF2-40B4-BE49-F238E27FC236}">
                    <a16:creationId xmlns:a16="http://schemas.microsoft.com/office/drawing/2014/main" id="{0D32B54D-7701-1C76-4B87-C326C88B92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0515600" cy="86797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标题 1">
                <a:extLst>
                  <a:ext uri="{FF2B5EF4-FFF2-40B4-BE49-F238E27FC236}">
                    <a16:creationId xmlns:a16="http://schemas.microsoft.com/office/drawing/2014/main" id="{DAA9F645-CC3C-B1F3-5D9E-E34C6BE65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0515600" cy="867978"/>
              </a:xfrm>
              <a:prstGeom prst="rect">
                <a:avLst/>
              </a:prstGeom>
              <a:blipFill>
                <a:blip r:embed="rId17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AAB905C0-8747-2728-9C01-D3ABA7093292}"/>
              </a:ext>
            </a:extLst>
          </p:cNvPr>
          <p:cNvSpPr/>
          <p:nvPr/>
        </p:nvSpPr>
        <p:spPr>
          <a:xfrm>
            <a:off x="1859485" y="6121882"/>
            <a:ext cx="645460" cy="2635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51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55E7-A710-5891-C3E2-C93E6C55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42406DE8-14D6-CBD8-F30B-737205B6C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256" y="3473873"/>
            <a:ext cx="3182848" cy="186319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2647489-E10A-DCF5-D2B5-865973D14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8" y="3462751"/>
            <a:ext cx="3158154" cy="186318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8C457029-EBC5-E479-9262-B1ECA741D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744" y="1435451"/>
            <a:ext cx="3232305" cy="191376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175D50F-B485-9F95-B292-CDB1BA68C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7" y="1427938"/>
            <a:ext cx="3158159" cy="188150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43AA743-4C10-D790-8A4F-576BB0F6C3CA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656C0B7-5631-89F8-2734-A1B0482EB1AD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283CC0C-9CAE-3641-D3EC-36F1D2929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37197F-49E0-80A3-B72E-E4234511B481}"/>
                  </a:ext>
                </a:extLst>
              </p:cNvPr>
              <p:cNvSpPr txBox="1"/>
              <p:nvPr/>
            </p:nvSpPr>
            <p:spPr>
              <a:xfrm>
                <a:off x="0" y="1000912"/>
                <a:ext cx="576298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So, let’s check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computed with arXiv: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2103.06956</a:t>
                </a:r>
                <a:endParaRPr lang="zh-CN" altLang="en-US" dirty="0">
                  <a:solidFill>
                    <a:srgbClr val="7030A0"/>
                  </a:solidFill>
                </a:endParaRPr>
              </a:p>
              <a:p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37197F-49E0-80A3-B72E-E4234511B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0912"/>
                <a:ext cx="5762988" cy="646331"/>
              </a:xfrm>
              <a:prstGeom prst="rect">
                <a:avLst/>
              </a:prstGeom>
              <a:blipFill>
                <a:blip r:embed="rId8"/>
                <a:stretch>
                  <a:fillRect l="-847" t="-4717" r="-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6386F35-9EFA-22CF-4E80-13D725B23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8966" y="1079401"/>
            <a:ext cx="5108736" cy="358263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977981-33A2-55A9-6B09-8A18C3A18C41}"/>
              </a:ext>
            </a:extLst>
          </p:cNvPr>
          <p:cNvSpPr/>
          <p:nvPr/>
        </p:nvSpPr>
        <p:spPr>
          <a:xfrm>
            <a:off x="7082870" y="1689269"/>
            <a:ext cx="4940927" cy="1840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4BC8EE-19DC-C81A-CFB6-93673C89D73B}"/>
              </a:ext>
            </a:extLst>
          </p:cNvPr>
          <p:cNvSpPr/>
          <p:nvPr/>
        </p:nvSpPr>
        <p:spPr>
          <a:xfrm>
            <a:off x="7136780" y="2959100"/>
            <a:ext cx="654206" cy="91409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3F6764-82C0-4315-3220-8517836BF519}"/>
              </a:ext>
            </a:extLst>
          </p:cNvPr>
          <p:cNvSpPr/>
          <p:nvPr/>
        </p:nvSpPr>
        <p:spPr>
          <a:xfrm>
            <a:off x="7136780" y="3898863"/>
            <a:ext cx="654206" cy="68057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2E3D9E3-FA64-4117-593A-F74DDA17EA34}"/>
              </a:ext>
            </a:extLst>
          </p:cNvPr>
          <p:cNvSpPr/>
          <p:nvPr/>
        </p:nvSpPr>
        <p:spPr>
          <a:xfrm>
            <a:off x="7099609" y="1515260"/>
            <a:ext cx="728547" cy="87707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AE1ADC-8E60-FEE7-DA60-168B0680940E}"/>
              </a:ext>
            </a:extLst>
          </p:cNvPr>
          <p:cNvSpPr/>
          <p:nvPr/>
        </p:nvSpPr>
        <p:spPr>
          <a:xfrm>
            <a:off x="59287" y="1427937"/>
            <a:ext cx="3183170" cy="196731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64C106-C4E8-00BB-89E3-77C7DCF7B693}"/>
              </a:ext>
            </a:extLst>
          </p:cNvPr>
          <p:cNvSpPr/>
          <p:nvPr/>
        </p:nvSpPr>
        <p:spPr>
          <a:xfrm>
            <a:off x="59286" y="3441817"/>
            <a:ext cx="3183169" cy="189524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D3871CE-2F21-0BEC-7ACB-0B3BD7AE3572}"/>
              </a:ext>
            </a:extLst>
          </p:cNvPr>
          <p:cNvSpPr/>
          <p:nvPr/>
        </p:nvSpPr>
        <p:spPr>
          <a:xfrm>
            <a:off x="3351201" y="3473873"/>
            <a:ext cx="3182848" cy="18952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594F5B9-A529-747E-202D-D85A3C0D64D6}"/>
              </a:ext>
            </a:extLst>
          </p:cNvPr>
          <p:cNvSpPr/>
          <p:nvPr/>
        </p:nvSpPr>
        <p:spPr>
          <a:xfrm>
            <a:off x="7062439" y="2418008"/>
            <a:ext cx="765717" cy="51542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1EAA920-A34A-5BCE-A2A7-F442CBA3D1F5}"/>
              </a:ext>
            </a:extLst>
          </p:cNvPr>
          <p:cNvSpPr/>
          <p:nvPr/>
        </p:nvSpPr>
        <p:spPr>
          <a:xfrm>
            <a:off x="3301744" y="1427937"/>
            <a:ext cx="3265128" cy="193912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2A168AE-EE84-292E-D64B-D4637139AD90}"/>
                  </a:ext>
                </a:extLst>
              </p:cNvPr>
              <p:cNvSpPr txBox="1"/>
              <p:nvPr/>
            </p:nvSpPr>
            <p:spPr>
              <a:xfrm>
                <a:off x="1149066" y="1709300"/>
                <a:ext cx="913134" cy="178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ggH</m:t>
                      </m:r>
                      <m: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  <m:r>
                        <m:rPr>
                          <m:sty m:val="p"/>
                        </m:rP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high</m:t>
                      </m:r>
                      <m:r>
                        <a:rPr lang="en-US" altLang="zh-CN" sz="11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zh-CN" altLang="en-US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2A168AE-EE84-292E-D64B-D4637139A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66" y="1709300"/>
                <a:ext cx="913134" cy="178510"/>
              </a:xfrm>
              <a:prstGeom prst="rect">
                <a:avLst/>
              </a:prstGeom>
              <a:blipFill>
                <a:blip r:embed="rId10"/>
                <a:stretch>
                  <a:fillRect l="-4000" r="-1333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椭圆 50">
            <a:extLst>
              <a:ext uri="{FF2B5EF4-FFF2-40B4-BE49-F238E27FC236}">
                <a16:creationId xmlns:a16="http://schemas.microsoft.com/office/drawing/2014/main" id="{C94A8C0B-6DE3-BA76-32A9-996DC92F44CF}"/>
              </a:ext>
            </a:extLst>
          </p:cNvPr>
          <p:cNvSpPr/>
          <p:nvPr/>
        </p:nvSpPr>
        <p:spPr>
          <a:xfrm>
            <a:off x="7138798" y="4724555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8409AB1-93D8-9838-68CD-6682DB446F42}"/>
                  </a:ext>
                </a:extLst>
              </p:cNvPr>
              <p:cNvSpPr txBox="1"/>
              <p:nvPr/>
            </p:nvSpPr>
            <p:spPr>
              <a:xfrm>
                <a:off x="7316598" y="4628181"/>
                <a:ext cx="17309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≥1</m:t>
                    </m:r>
                  </m:oMath>
                </a14:m>
                <a:endParaRPr lang="zh-CN" alt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8409AB1-93D8-9838-68CD-6682DB446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598" y="4628181"/>
                <a:ext cx="1730923" cy="338554"/>
              </a:xfrm>
              <a:prstGeom prst="rect">
                <a:avLst/>
              </a:prstGeom>
              <a:blipFill>
                <a:blip r:embed="rId11"/>
                <a:stretch>
                  <a:fillRect l="-1761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609E8EC-212F-5872-C3A3-587DA19ADD7D}"/>
              </a:ext>
            </a:extLst>
          </p:cNvPr>
          <p:cNvCxnSpPr/>
          <p:nvPr/>
        </p:nvCxnSpPr>
        <p:spPr>
          <a:xfrm>
            <a:off x="7138798" y="5068864"/>
            <a:ext cx="180000" cy="1800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8FF0C4B-6355-5FCF-672B-25D6CD245586}"/>
              </a:ext>
            </a:extLst>
          </p:cNvPr>
          <p:cNvCxnSpPr>
            <a:cxnSpLocks/>
          </p:cNvCxnSpPr>
          <p:nvPr/>
        </p:nvCxnSpPr>
        <p:spPr>
          <a:xfrm flipH="1">
            <a:off x="7139600" y="5063109"/>
            <a:ext cx="180000" cy="1800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76A7DC1-F37A-4231-8F9B-380766B87995}"/>
                  </a:ext>
                </a:extLst>
              </p:cNvPr>
              <p:cNvSpPr txBox="1"/>
              <p:nvPr/>
            </p:nvSpPr>
            <p:spPr>
              <a:xfrm>
                <a:off x="7316598" y="4991133"/>
                <a:ext cx="16860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zh-CN" altLang="en-US" sz="16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76A7DC1-F37A-4231-8F9B-380766B87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598" y="4991133"/>
                <a:ext cx="1686039" cy="338554"/>
              </a:xfrm>
              <a:prstGeom prst="rect">
                <a:avLst/>
              </a:prstGeom>
              <a:blipFill>
                <a:blip r:embed="rId12"/>
                <a:stretch>
                  <a:fillRect l="-1805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>
            <a:extLst>
              <a:ext uri="{FF2B5EF4-FFF2-40B4-BE49-F238E27FC236}">
                <a16:creationId xmlns:a16="http://schemas.microsoft.com/office/drawing/2014/main" id="{9161A959-92EE-CFF3-9188-A1E92F076DC2}"/>
              </a:ext>
            </a:extLst>
          </p:cNvPr>
          <p:cNvSpPr/>
          <p:nvPr/>
        </p:nvSpPr>
        <p:spPr>
          <a:xfrm>
            <a:off x="586832" y="2074268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235210D-556D-68FA-D2F8-C3D18A0DAF91}"/>
              </a:ext>
            </a:extLst>
          </p:cNvPr>
          <p:cNvSpPr/>
          <p:nvPr/>
        </p:nvSpPr>
        <p:spPr>
          <a:xfrm>
            <a:off x="1742532" y="2543434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61333EF-3AE9-E625-F130-F558590CB266}"/>
              </a:ext>
            </a:extLst>
          </p:cNvPr>
          <p:cNvSpPr/>
          <p:nvPr/>
        </p:nvSpPr>
        <p:spPr>
          <a:xfrm>
            <a:off x="1920332" y="2774945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6208F382-22CF-D6AF-46C2-F07E3C9B03A5}"/>
              </a:ext>
            </a:extLst>
          </p:cNvPr>
          <p:cNvSpPr/>
          <p:nvPr/>
        </p:nvSpPr>
        <p:spPr>
          <a:xfrm>
            <a:off x="5625130" y="2836239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2167E9A1-94E0-7095-9609-1256D39912CE}"/>
              </a:ext>
            </a:extLst>
          </p:cNvPr>
          <p:cNvSpPr/>
          <p:nvPr/>
        </p:nvSpPr>
        <p:spPr>
          <a:xfrm>
            <a:off x="1234278" y="4486316"/>
            <a:ext cx="124622" cy="121076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0AD9C092-530E-08C3-4710-16925B5C2288}"/>
              </a:ext>
            </a:extLst>
          </p:cNvPr>
          <p:cNvSpPr/>
          <p:nvPr/>
        </p:nvSpPr>
        <p:spPr>
          <a:xfrm>
            <a:off x="1496714" y="4563799"/>
            <a:ext cx="124622" cy="121076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B5C52D0D-0F6A-C845-7055-29DBD4E4AEEF}"/>
              </a:ext>
            </a:extLst>
          </p:cNvPr>
          <p:cNvSpPr/>
          <p:nvPr/>
        </p:nvSpPr>
        <p:spPr>
          <a:xfrm>
            <a:off x="2174329" y="4975747"/>
            <a:ext cx="61669" cy="7088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CA4AF5CD-7C7E-2978-D8A6-C42A167034FC}"/>
              </a:ext>
            </a:extLst>
          </p:cNvPr>
          <p:cNvSpPr/>
          <p:nvPr/>
        </p:nvSpPr>
        <p:spPr>
          <a:xfrm>
            <a:off x="4329730" y="3764811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1CD92EBF-AA3A-E5C6-DE8B-9893F5D85703}"/>
              </a:ext>
            </a:extLst>
          </p:cNvPr>
          <p:cNvSpPr/>
          <p:nvPr/>
        </p:nvSpPr>
        <p:spPr>
          <a:xfrm>
            <a:off x="4678980" y="4090729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F5DD84F7-A00F-58D7-11EA-B412DE6CC311}"/>
              </a:ext>
            </a:extLst>
          </p:cNvPr>
          <p:cNvSpPr/>
          <p:nvPr/>
        </p:nvSpPr>
        <p:spPr>
          <a:xfrm>
            <a:off x="5321697" y="4290719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39981F6-56B5-7EA5-7238-AD48CBBB2AAE}"/>
              </a:ext>
            </a:extLst>
          </p:cNvPr>
          <p:cNvSpPr/>
          <p:nvPr/>
        </p:nvSpPr>
        <p:spPr>
          <a:xfrm>
            <a:off x="5714030" y="4813063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333856FB-EB66-5668-1A8E-C8D1C70AF120}"/>
              </a:ext>
            </a:extLst>
          </p:cNvPr>
          <p:cNvCxnSpPr>
            <a:cxnSpLocks/>
          </p:cNvCxnSpPr>
          <p:nvPr/>
        </p:nvCxnSpPr>
        <p:spPr>
          <a:xfrm>
            <a:off x="2690487" y="4912459"/>
            <a:ext cx="61669" cy="70882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4FC60D5B-3E3D-1A01-7231-36FD7FEC5373}"/>
              </a:ext>
            </a:extLst>
          </p:cNvPr>
          <p:cNvCxnSpPr>
            <a:cxnSpLocks/>
          </p:cNvCxnSpPr>
          <p:nvPr/>
        </p:nvCxnSpPr>
        <p:spPr>
          <a:xfrm flipH="1">
            <a:off x="2702661" y="4913054"/>
            <a:ext cx="47978" cy="76637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830F890A-F408-ED84-1704-AD1FCA9C55B3}"/>
              </a:ext>
            </a:extLst>
          </p:cNvPr>
          <p:cNvSpPr/>
          <p:nvPr/>
        </p:nvSpPr>
        <p:spPr>
          <a:xfrm>
            <a:off x="148671" y="1457002"/>
            <a:ext cx="139712" cy="187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D360A48-D1F6-F635-E10F-979CC1108064}"/>
              </a:ext>
            </a:extLst>
          </p:cNvPr>
          <p:cNvSpPr/>
          <p:nvPr/>
        </p:nvSpPr>
        <p:spPr>
          <a:xfrm>
            <a:off x="3388648" y="1502094"/>
            <a:ext cx="139712" cy="187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F07288A-F2BE-C8CE-F259-9644DB8B1466}"/>
              </a:ext>
            </a:extLst>
          </p:cNvPr>
          <p:cNvSpPr/>
          <p:nvPr/>
        </p:nvSpPr>
        <p:spPr>
          <a:xfrm>
            <a:off x="148671" y="3503876"/>
            <a:ext cx="139712" cy="187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451FA3D-A54E-DD4E-AD64-A591005E28D8}"/>
              </a:ext>
            </a:extLst>
          </p:cNvPr>
          <p:cNvSpPr/>
          <p:nvPr/>
        </p:nvSpPr>
        <p:spPr>
          <a:xfrm>
            <a:off x="3451326" y="3597463"/>
            <a:ext cx="139712" cy="1871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12983A-49FC-85AB-CC8B-BD5FF4E3D9A3}"/>
                  </a:ext>
                </a:extLst>
              </p:cNvPr>
              <p:cNvSpPr txBox="1"/>
              <p:nvPr/>
            </p:nvSpPr>
            <p:spPr>
              <a:xfrm>
                <a:off x="0" y="5399575"/>
                <a:ext cx="12192000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increases,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goes down. And luckily, we 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goes up with respect to almost every bins that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≥1</m:t>
                    </m:r>
                  </m:oMath>
                </a14:m>
                <a:r>
                  <a:rPr lang="en-US" altLang="zh-CN" dirty="0"/>
                  <a:t>. This supports that smaller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doesn’t mean SM alignment</a:t>
                </a:r>
              </a:p>
              <a:p>
                <a:r>
                  <a:rPr lang="en-US" altLang="zh-CN" dirty="0"/>
                  <a:t>Also, We can notice two special bins: ttH &amp; ggH_BSM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12983A-49FC-85AB-CC8B-BD5FF4E3D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99575"/>
                <a:ext cx="12192000" cy="932628"/>
              </a:xfrm>
              <a:prstGeom prst="rect">
                <a:avLst/>
              </a:prstGeom>
              <a:blipFill>
                <a:blip r:embed="rId13"/>
                <a:stretch>
                  <a:fillRect l="-400" t="-3268" b="-9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标题 1">
                <a:extLst>
                  <a:ext uri="{FF2B5EF4-FFF2-40B4-BE49-F238E27FC236}">
                    <a16:creationId xmlns:a16="http://schemas.microsoft.com/office/drawing/2014/main" id="{840D0C7B-7E7E-F486-7A87-1AFDFAB11C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标题 1">
                <a:extLst>
                  <a:ext uri="{FF2B5EF4-FFF2-40B4-BE49-F238E27FC236}">
                    <a16:creationId xmlns:a16="http://schemas.microsoft.com/office/drawing/2014/main" id="{840D0C7B-7E7E-F486-7A87-1AFDFAB11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14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772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431E-619D-FD3E-6BA9-2CB65D2F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128B58-1302-76D5-8B75-E0D080496E0C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A6A1233-C88A-7C51-C113-6EA52BA23501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D41C2A6-0E91-9DCE-0FAC-2860FA2E4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9E6E97-97B3-332B-2C99-49A93054D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20" y="1455984"/>
            <a:ext cx="5108736" cy="29768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338DFBF-DBE1-0B52-6B5F-CDF7E3A1B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43" y="1397346"/>
            <a:ext cx="4300709" cy="301598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4A41193-6FFC-8AFD-2BB2-CEA5693C7630}"/>
              </a:ext>
            </a:extLst>
          </p:cNvPr>
          <p:cNvSpPr/>
          <p:nvPr/>
        </p:nvSpPr>
        <p:spPr>
          <a:xfrm>
            <a:off x="6498087" y="3123689"/>
            <a:ext cx="4017514" cy="2024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8F9D90-E576-678E-40DF-B8820DE8AB74}"/>
              </a:ext>
            </a:extLst>
          </p:cNvPr>
          <p:cNvSpPr/>
          <p:nvPr/>
        </p:nvSpPr>
        <p:spPr>
          <a:xfrm>
            <a:off x="6544776" y="4068773"/>
            <a:ext cx="3970824" cy="141150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BF1E16-E539-F612-73AC-265A8A44567D}"/>
              </a:ext>
            </a:extLst>
          </p:cNvPr>
          <p:cNvSpPr txBox="1"/>
          <p:nvPr/>
        </p:nvSpPr>
        <p:spPr>
          <a:xfrm>
            <a:off x="0" y="1028014"/>
            <a:ext cx="615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ttH &amp; ggH_BSM:</a:t>
            </a:r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A946EA9-1469-EB5E-4B4F-A47C6FBF2779}"/>
              </a:ext>
            </a:extLst>
          </p:cNvPr>
          <p:cNvSpPr/>
          <p:nvPr/>
        </p:nvSpPr>
        <p:spPr>
          <a:xfrm>
            <a:off x="2552043" y="3299906"/>
            <a:ext cx="177800" cy="17805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BD94726-E9FD-A199-38D1-44F480DABDDE}"/>
              </a:ext>
            </a:extLst>
          </p:cNvPr>
          <p:cNvCxnSpPr>
            <a:cxnSpLocks/>
          </p:cNvCxnSpPr>
          <p:nvPr/>
        </p:nvCxnSpPr>
        <p:spPr>
          <a:xfrm>
            <a:off x="2778960" y="3452110"/>
            <a:ext cx="449458" cy="21109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586FE82-4584-B54D-03E7-29DB68DD022F}"/>
                  </a:ext>
                </a:extLst>
              </p:cNvPr>
              <p:cNvSpPr txBox="1"/>
              <p:nvPr/>
            </p:nvSpPr>
            <p:spPr>
              <a:xfrm>
                <a:off x="3169478" y="3593227"/>
                <a:ext cx="24334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C00000"/>
                    </a:solidFill>
                  </a:rPr>
                  <a:t>In HS, </a:t>
                </a:r>
                <a14:m>
                  <m:oMath xmlns:m="http://schemas.openxmlformats.org/officeDocument/2006/math">
                    <m:r>
                      <a:rPr lang="zh-CN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en-US" altLang="zh-CN" sz="1200" dirty="0">
                    <a:solidFill>
                      <a:srgbClr val="C00000"/>
                    </a:solidFill>
                  </a:rPr>
                  <a:t> is a little bit &gt; 1</a:t>
                </a:r>
                <a:endParaRPr lang="zh-CN" alt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586FE82-4584-B54D-03E7-29DB68DD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478" y="3593227"/>
                <a:ext cx="2433423" cy="276999"/>
              </a:xfrm>
              <a:prstGeom prst="rect">
                <a:avLst/>
              </a:prstGeom>
              <a:blipFill>
                <a:blip r:embed="rId6"/>
                <a:stretch>
                  <a:fillRect l="-25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标题 1">
                <a:extLst>
                  <a:ext uri="{FF2B5EF4-FFF2-40B4-BE49-F238E27FC236}">
                    <a16:creationId xmlns:a16="http://schemas.microsoft.com/office/drawing/2014/main" id="{8C3AFBF3-498E-B430-271F-F7A604C884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4000" b="1" dirty="0">
                    <a:solidFill>
                      <a:srgbClr val="0070C0"/>
                    </a:solidFill>
                  </a:rPr>
                  <a:t>  Impacts of other Parameters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4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</a:rPr>
                  <a:t> </a:t>
                </a:r>
                <a:endParaRPr lang="zh-CN" alt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标题 1">
                <a:extLst>
                  <a:ext uri="{FF2B5EF4-FFF2-40B4-BE49-F238E27FC236}">
                    <a16:creationId xmlns:a16="http://schemas.microsoft.com/office/drawing/2014/main" id="{8C3AFBF3-498E-B430-271F-F7A604C88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7"/>
                <a:stretch>
                  <a:fillRect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CA3D234-8122-27F6-816F-18535621CC3E}"/>
                  </a:ext>
                </a:extLst>
              </p:cNvPr>
              <p:cNvSpPr txBox="1"/>
              <p:nvPr/>
            </p:nvSpPr>
            <p:spPr>
              <a:xfrm>
                <a:off x="0" y="4556027"/>
                <a:ext cx="12192000" cy="1209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can see that the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of ttH is almost 1. Does this bin can tell which point is the global SM alignment point?</a:t>
                </a:r>
              </a:p>
              <a:p>
                <a:r>
                  <a:rPr lang="en-US" altLang="zh-CN" dirty="0"/>
                  <a:t>Let’s suppose the star point is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the global SM alignment point</a:t>
                </a:r>
                <a:r>
                  <a:rPr lang="en-US" altLang="zh-CN" dirty="0"/>
                  <a:t>. So, at that point the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of ggH_BSM is ~1. Because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decreases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𝛾𝛾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goes up, the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/(</m:t>
                    </m:r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of ggH_BSM also increases and becomes bigger than 1 and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further away from 0.94</a:t>
                </a:r>
                <a:r>
                  <a:rPr lang="en-US" altLang="zh-CN" dirty="0"/>
                  <a:t>. But as we can see in the figure,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actually becomes smaller.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CA3D234-8122-27F6-816F-18535621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56027"/>
                <a:ext cx="12192000" cy="1209627"/>
              </a:xfrm>
              <a:prstGeom prst="rect">
                <a:avLst/>
              </a:prstGeom>
              <a:blipFill>
                <a:blip r:embed="rId8"/>
                <a:stretch>
                  <a:fillRect l="-400" t="-2513" r="-400" b="-7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96B5D0A2-1538-62C7-9A4C-6E2F4676D977}"/>
              </a:ext>
            </a:extLst>
          </p:cNvPr>
          <p:cNvSpPr/>
          <p:nvPr/>
        </p:nvSpPr>
        <p:spPr>
          <a:xfrm>
            <a:off x="1676400" y="3996033"/>
            <a:ext cx="153423" cy="143315"/>
          </a:xfrm>
          <a:prstGeom prst="star5">
            <a:avLst/>
          </a:prstGeom>
          <a:solidFill>
            <a:srgbClr val="0070C0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36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968F-0D57-BD2A-8E3A-ED1C508C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C0E42FEE-3D80-C618-5280-7C09D4A9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53" y="1046476"/>
            <a:ext cx="5917139" cy="331447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3234544-C39C-7CD9-8737-1BB31C40D62F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B5B94F9-CC24-633E-D000-39DCDF1CD5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Decoupling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22CF5B5-422C-DD97-6B21-9481C9E53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4"/>
                <a:stretch>
                  <a:fillRect t="-11268" b="-25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A5399A2-5C23-E1DC-570B-DB6498592FEC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F08D4F0-6569-CD49-5863-D07CD57F7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3C1DAB-60E9-943D-0EDE-A21CC1D5C0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681" y="1347516"/>
            <a:ext cx="2533926" cy="7142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CE93FE4-8396-4191-ADDF-74D1AF2D99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1" y="1404239"/>
            <a:ext cx="4142003" cy="13256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0824AEC-BCCC-5E1F-AF76-EBD68E78C4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905" y="2130971"/>
            <a:ext cx="2734898" cy="113954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FCCD51E-E6DA-E2DF-A0F0-6058632715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22" y="2199292"/>
            <a:ext cx="862465" cy="5302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A6F706D-D73E-3127-31DB-84FBF617AF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6732" y="2156624"/>
            <a:ext cx="2224200" cy="69155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7BCE2B4-05A2-43CD-463B-EDFC6BD18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4092" y="2077163"/>
            <a:ext cx="1958803" cy="3305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13B886F-9756-F00F-9C4B-EE25223C45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0660" y="2461489"/>
            <a:ext cx="1910577" cy="39529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A913C6E-739C-7241-1952-5E93D737F6D4}"/>
              </a:ext>
            </a:extLst>
          </p:cNvPr>
          <p:cNvSpPr/>
          <p:nvPr/>
        </p:nvSpPr>
        <p:spPr>
          <a:xfrm>
            <a:off x="1306732" y="2161883"/>
            <a:ext cx="2260916" cy="6862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34E71A1-FEE3-38E1-377D-4FD6D1B0D331}"/>
                  </a:ext>
                </a:extLst>
              </p:cNvPr>
              <p:cNvSpPr txBox="1"/>
              <p:nvPr/>
            </p:nvSpPr>
            <p:spPr>
              <a:xfrm>
                <a:off x="2250" y="3429000"/>
                <a:ext cx="6657607" cy="2849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/>
                  <a:t>,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</m:sup>
                              </m:sSup>
                            </m:sub>
                          </m:sSub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Although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, the influence can be counteracted.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CN" dirty="0"/>
                  <a:t> varies, it can be seen as a constant.</a:t>
                </a:r>
              </a:p>
              <a:p>
                <a:r>
                  <a:rPr lang="en-US" altLang="zh-CN" dirty="0"/>
                  <a:t>Then because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zh-CN" dirty="0"/>
                  <a:t>, the impact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34E71A1-FEE3-38E1-377D-4FD6D1B0D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" y="3429000"/>
                <a:ext cx="6657607" cy="2849498"/>
              </a:xfrm>
              <a:prstGeom prst="rect">
                <a:avLst/>
              </a:prstGeom>
              <a:blipFill>
                <a:blip r:embed="rId13"/>
                <a:stretch>
                  <a:fillRect l="-733" t="-4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FF5F29-C7D8-4885-118E-908F373487BA}"/>
                  </a:ext>
                </a:extLst>
              </p:cNvPr>
              <p:cNvSpPr txBox="1"/>
              <p:nvPr/>
            </p:nvSpPr>
            <p:spPr>
              <a:xfrm>
                <a:off x="6893986" y="4519490"/>
                <a:ext cx="5067926" cy="4742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So finally,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=800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𝐺𝑒𝑉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1FF5F29-C7D8-4885-118E-908F37348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986" y="4519490"/>
                <a:ext cx="5067926" cy="474232"/>
              </a:xfrm>
              <a:prstGeom prst="rect">
                <a:avLst/>
              </a:prstGeom>
              <a:blipFill>
                <a:blip r:embed="rId14"/>
                <a:stretch>
                  <a:fillRect l="-1925" t="-7692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14E06D3-E66C-BC2D-6B03-7F3D53F5ADE5}"/>
                  </a:ext>
                </a:extLst>
              </p:cNvPr>
              <p:cNvSpPr txBox="1"/>
              <p:nvPr/>
            </p:nvSpPr>
            <p:spPr>
              <a:xfrm>
                <a:off x="9616013" y="1888188"/>
                <a:ext cx="5525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1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11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BA5BC18-238B-F804-C7DE-ED195BB2C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6013" y="1888188"/>
                <a:ext cx="552524" cy="169277"/>
              </a:xfrm>
              <a:prstGeom prst="rect">
                <a:avLst/>
              </a:prstGeom>
              <a:blipFill>
                <a:blip r:embed="rId16"/>
                <a:stretch>
                  <a:fillRect l="-4396" r="-4396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F8DC865-4F3F-181B-B666-BB822101801D}"/>
                  </a:ext>
                </a:extLst>
              </p:cNvPr>
              <p:cNvSpPr txBox="1"/>
              <p:nvPr/>
            </p:nvSpPr>
            <p:spPr>
              <a:xfrm>
                <a:off x="9674225" y="3643504"/>
                <a:ext cx="54290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11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𝛾𝛾</m:t>
                      </m:r>
                    </m:oMath>
                  </m:oMathPara>
                </a14:m>
                <a:endParaRPr lang="zh-CN" altLang="en-US" sz="11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B2E36A-4CCE-150E-B4E1-135E357E7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225" y="3643504"/>
                <a:ext cx="542905" cy="169277"/>
              </a:xfrm>
              <a:prstGeom prst="rect">
                <a:avLst/>
              </a:prstGeom>
              <a:blipFill>
                <a:blip r:embed="rId17"/>
                <a:stretch>
                  <a:fillRect l="-5618" r="-4494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E6C856-3820-324D-089C-501DD9E99303}"/>
                  </a:ext>
                </a:extLst>
              </p:cNvPr>
              <p:cNvSpPr txBox="1"/>
              <p:nvPr/>
            </p:nvSpPr>
            <p:spPr>
              <a:xfrm>
                <a:off x="0" y="974785"/>
                <a:ext cx="5910849" cy="372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So, let’s go back to the theory to find how to decouple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CA6981-5AB0-F236-8A00-4396FEEA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74785"/>
                <a:ext cx="5910849" cy="372731"/>
              </a:xfrm>
              <a:prstGeom prst="rect">
                <a:avLst/>
              </a:prstGeom>
              <a:blipFill>
                <a:blip r:embed="rId18"/>
                <a:stretch>
                  <a:fillRect l="-825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99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454A-1541-DCEE-D62B-53472972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4FDDC1E-2228-762B-3386-38DFD89E7C64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5DD69F9-1714-1CA6-CFB1-3051B34A88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5DD69F9-1714-1CA6-CFB1-3051B34A8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l="-696"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1B2CC6-BA7B-7094-CEF2-790F03837225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039090C9-0EFB-8BD6-C770-3A1D94793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224399-C193-1631-682A-D561EF41E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00912"/>
            <a:ext cx="4563075" cy="27029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2824E9-6399-C7D2-5100-E30A86CB4736}"/>
                  </a:ext>
                </a:extLst>
              </p:cNvPr>
              <p:cNvSpPr txBox="1"/>
              <p:nvPr/>
            </p:nvSpPr>
            <p:spPr>
              <a:xfrm>
                <a:off x="4563075" y="1000912"/>
                <a:ext cx="13491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22824E9-6399-C7D2-5100-E30A86CB4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075" y="1000912"/>
                <a:ext cx="1349152" cy="276999"/>
              </a:xfrm>
              <a:prstGeom prst="rect">
                <a:avLst/>
              </a:prstGeom>
              <a:blipFill>
                <a:blip r:embed="rId6"/>
                <a:stretch>
                  <a:fillRect l="-45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6F62A6-A097-135A-25FE-44EDF62AA598}"/>
                  </a:ext>
                </a:extLst>
              </p:cNvPr>
              <p:cNvSpPr txBox="1"/>
              <p:nvPr/>
            </p:nvSpPr>
            <p:spPr>
              <a:xfrm>
                <a:off x="4948950" y="1244551"/>
                <a:ext cx="192655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36F62A6-A097-135A-25FE-44EDF62AA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950" y="1244551"/>
                <a:ext cx="192655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16F8A0-37E0-B2F3-7BEF-ADAB9EF3B111}"/>
                  </a:ext>
                </a:extLst>
              </p:cNvPr>
              <p:cNvSpPr txBox="1"/>
              <p:nvPr/>
            </p:nvSpPr>
            <p:spPr>
              <a:xfrm>
                <a:off x="5125066" y="1417475"/>
                <a:ext cx="1926553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16F8A0-37E0-B2F3-7BEF-ADAB9EF3B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66" y="1417475"/>
                <a:ext cx="1926553" cy="536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07AD1D-6B2D-7B6B-4113-8853181B6EBE}"/>
                  </a:ext>
                </a:extLst>
              </p:cNvPr>
              <p:cNvSpPr txBox="1"/>
              <p:nvPr/>
            </p:nvSpPr>
            <p:spPr>
              <a:xfrm>
                <a:off x="4718170" y="1841119"/>
                <a:ext cx="2755659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07AD1D-6B2D-7B6B-4113-8853181B6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170" y="1841119"/>
                <a:ext cx="2755659" cy="536685"/>
              </a:xfrm>
              <a:prstGeom prst="rect">
                <a:avLst/>
              </a:prstGeom>
              <a:blipFill>
                <a:blip r:embed="rId9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66C1E4-93DA-ABB3-6603-AB61A3068739}"/>
                  </a:ext>
                </a:extLst>
              </p:cNvPr>
              <p:cNvSpPr txBox="1"/>
              <p:nvPr/>
            </p:nvSpPr>
            <p:spPr>
              <a:xfrm>
                <a:off x="7091996" y="1280751"/>
                <a:ext cx="1577098" cy="1881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66C1E4-93DA-ABB3-6603-AB61A3068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996" y="1280751"/>
                <a:ext cx="1577098" cy="188128"/>
              </a:xfrm>
              <a:prstGeom prst="rect">
                <a:avLst/>
              </a:prstGeom>
              <a:blipFill>
                <a:blip r:embed="rId10"/>
                <a:stretch>
                  <a:fillRect l="-2703" r="-1158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92778C-8DF8-B97C-3194-34DB7954C648}"/>
                  </a:ext>
                </a:extLst>
              </p:cNvPr>
              <p:cNvSpPr txBox="1"/>
              <p:nvPr/>
            </p:nvSpPr>
            <p:spPr>
              <a:xfrm>
                <a:off x="7091996" y="1550296"/>
                <a:ext cx="1577355" cy="1881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92778C-8DF8-B97C-3194-34DB7954C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996" y="1550296"/>
                <a:ext cx="1577355" cy="188128"/>
              </a:xfrm>
              <a:prstGeom prst="rect">
                <a:avLst/>
              </a:prstGeom>
              <a:blipFill>
                <a:blip r:embed="rId11"/>
                <a:stretch>
                  <a:fillRect l="-2703" r="-1544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82A4F85-7D6B-55E6-3968-BC6635E1E7DD}"/>
                  </a:ext>
                </a:extLst>
              </p:cNvPr>
              <p:cNvSpPr txBox="1"/>
              <p:nvPr/>
            </p:nvSpPr>
            <p:spPr>
              <a:xfrm>
                <a:off x="7091996" y="1922487"/>
                <a:ext cx="1608454" cy="18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82A4F85-7D6B-55E6-3968-BC6635E1E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996" y="1922487"/>
                <a:ext cx="1608454" cy="186974"/>
              </a:xfrm>
              <a:prstGeom prst="rect">
                <a:avLst/>
              </a:prstGeom>
              <a:blipFill>
                <a:blip r:embed="rId12"/>
                <a:stretch>
                  <a:fillRect l="-2652" r="-1515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0B733DC-4906-F915-18E8-9B37C03485FC}"/>
                  </a:ext>
                </a:extLst>
              </p:cNvPr>
              <p:cNvSpPr txBox="1"/>
              <p:nvPr/>
            </p:nvSpPr>
            <p:spPr>
              <a:xfrm>
                <a:off x="9051497" y="1093245"/>
                <a:ext cx="873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=0.03597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0B733DC-4906-F915-18E8-9B37C0348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497" y="1093245"/>
                <a:ext cx="873829" cy="184666"/>
              </a:xfrm>
              <a:prstGeom prst="rect">
                <a:avLst/>
              </a:prstGeom>
              <a:blipFill>
                <a:blip r:embed="rId13"/>
                <a:stretch>
                  <a:fillRect l="-4196" r="-4196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70337BB-9B05-B72B-8510-5AF3559937BE}"/>
                  </a:ext>
                </a:extLst>
              </p:cNvPr>
              <p:cNvSpPr txBox="1"/>
              <p:nvPr/>
            </p:nvSpPr>
            <p:spPr>
              <a:xfrm>
                <a:off x="9538503" y="1277911"/>
                <a:ext cx="216133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−1.29×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endParaRPr lang="en-US" altLang="zh-CN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−0.205</m:t>
                      </m:r>
                    </m:oMath>
                  </m:oMathPara>
                </a14:m>
                <a:endParaRPr lang="zh-CN" altLang="en-US" sz="1200" dirty="0"/>
              </a:p>
              <a:p>
                <a:endParaRPr lang="en-US" altLang="zh-CN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0.0228</m:t>
                      </m:r>
                    </m:oMath>
                  </m:oMathPara>
                </a14:m>
                <a:endParaRPr lang="zh-CN" altLang="en-US" sz="1200" dirty="0"/>
              </a:p>
              <a:p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70337BB-9B05-B72B-8510-5AF355993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503" y="1277911"/>
                <a:ext cx="2161336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336F773-24D3-C1B6-C6FF-DCEF6208F838}"/>
                  </a:ext>
                </a:extLst>
              </p:cNvPr>
              <p:cNvSpPr txBox="1"/>
              <p:nvPr/>
            </p:nvSpPr>
            <p:spPr>
              <a:xfrm>
                <a:off x="4563075" y="3618919"/>
                <a:ext cx="754462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As you can see in the figure,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en-US" altLang="zh-CN" dirty="0"/>
                  <a:t>, which means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 1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𝑡𝑡</m:t>
                        </m:r>
                      </m:e>
                    </m:d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&gt; 1</a:t>
                </a:r>
              </a:p>
              <a:p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reach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~15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As for the sensitivity,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reach about 10(~ 99% C.L.),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is about 0.05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336F773-24D3-C1B6-C6FF-DCEF6208F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075" y="3618919"/>
                <a:ext cx="7544627" cy="2031325"/>
              </a:xfrm>
              <a:prstGeom prst="rect">
                <a:avLst/>
              </a:prstGeom>
              <a:blipFill>
                <a:blip r:embed="rId15"/>
                <a:stretch>
                  <a:fillRect l="-728" t="-18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4375592D-FBFB-3EAD-A4EF-508FA9821A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3678949"/>
            <a:ext cx="4518877" cy="270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20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9391-0CE9-E7F5-8CEF-77D2A559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03BA60-512B-2AF9-5F28-595BF6324994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4AC94C13-1E6A-4DB2-80A3-171549A90B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A8443A4-2CC3-7D0A-BA59-C6875AD90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l="-696"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34C22A6-D88D-A85A-53F5-F39C9E57A8F6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871EBE2-F78D-B966-B632-838887417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863C74-9C2A-6A97-19E2-7F1B45EF6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000911"/>
            <a:ext cx="4704241" cy="5380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026394A-7EDF-6E0A-A320-2B246F7DB945}"/>
                  </a:ext>
                </a:extLst>
              </p:cNvPr>
              <p:cNvSpPr txBox="1"/>
              <p:nvPr/>
            </p:nvSpPr>
            <p:spPr>
              <a:xfrm>
                <a:off x="4881547" y="1000911"/>
                <a:ext cx="1369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When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45BCC84-618E-73E0-8A64-343022F4B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547" y="1000911"/>
                <a:ext cx="1369990" cy="369332"/>
              </a:xfrm>
              <a:prstGeom prst="rect">
                <a:avLst/>
              </a:prstGeom>
              <a:blipFill>
                <a:blip r:embed="rId6"/>
                <a:stretch>
                  <a:fillRect l="-444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965600-DF36-7D6F-2EBA-A5514A7D2316}"/>
                  </a:ext>
                </a:extLst>
              </p:cNvPr>
              <p:cNvSpPr txBox="1"/>
              <p:nvPr/>
            </p:nvSpPr>
            <p:spPr>
              <a:xfrm>
                <a:off x="5382059" y="1396371"/>
                <a:ext cx="18807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E58B359-F509-85E2-C8D8-71CC8CFC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059" y="1396371"/>
                <a:ext cx="188078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EB30A67-0040-3602-0F37-F7F878FF26F0}"/>
                  </a:ext>
                </a:extLst>
              </p:cNvPr>
              <p:cNvSpPr txBox="1"/>
              <p:nvPr/>
            </p:nvSpPr>
            <p:spPr>
              <a:xfrm>
                <a:off x="5382059" y="1709829"/>
                <a:ext cx="1880780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643C7C-A13C-1799-65E2-538B74C23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059" y="1709829"/>
                <a:ext cx="1880780" cy="536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9FFDFB8-5A16-1305-A4CC-14F86450D5D3}"/>
                  </a:ext>
                </a:extLst>
              </p:cNvPr>
              <p:cNvSpPr txBox="1"/>
              <p:nvPr/>
            </p:nvSpPr>
            <p:spPr>
              <a:xfrm>
                <a:off x="5382059" y="2302076"/>
                <a:ext cx="1880779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ED6580-4A0C-E9F9-7C64-1CAF13437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059" y="2302076"/>
                <a:ext cx="1880779" cy="5366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779AC115-2554-5EFD-DBF1-10934B17A2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9604" y="1025319"/>
            <a:ext cx="4628097" cy="27734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AEB18C1-E16D-345F-F99A-2602A7028E59}"/>
                  </a:ext>
                </a:extLst>
              </p:cNvPr>
              <p:cNvSpPr txBox="1"/>
              <p:nvPr/>
            </p:nvSpPr>
            <p:spPr>
              <a:xfrm>
                <a:off x="4619940" y="3871554"/>
                <a:ext cx="757205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In the left figure we can see that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varies from ~0 to 14,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is always bigger than 0.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is always &gt; 4(~ 95% C.L.)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rgbClr val="00B05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is around 1, the sensitivity is the lowest</a:t>
                </a:r>
                <a:r>
                  <a:rPr lang="en-US" altLang="zh-CN" dirty="0"/>
                  <a:t>. And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becomes bigger, it goes up. Although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dirty="0"/>
                  <a:t> becomes closer to 1 the sensitivity decrease, a change of about 0.03 in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/>
                  <a:t>results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of ~4 (~ 95% C.L.)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0098AD8-E994-2580-5509-42BB00E5F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940" y="3871554"/>
                <a:ext cx="7572059" cy="2031325"/>
              </a:xfrm>
              <a:prstGeom prst="rect">
                <a:avLst/>
              </a:prstGeom>
              <a:blipFill>
                <a:blip r:embed="rId11"/>
                <a:stretch>
                  <a:fillRect l="-725" t="-1502" r="-966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17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6B36-EE7D-4FA8-FC9B-4FE736FA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79F306-DF92-F24E-EFB5-220F4A985E7A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861CE3C-8043-90C2-02B4-BF472C5956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A861CE3C-8043-90C2-02B4-BF472C595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l="-696" t="-6338" b="-17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2219EFA-FA0D-53E9-0B4D-FC060F95A1B9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7BD4497F-8762-3641-F65D-E3676D56C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B483FD-41EE-56AF-7A2F-D1F84B742915}"/>
                  </a:ext>
                </a:extLst>
              </p:cNvPr>
              <p:cNvSpPr txBox="1"/>
              <p:nvPr/>
            </p:nvSpPr>
            <p:spPr>
              <a:xfrm>
                <a:off x="4605673" y="999964"/>
                <a:ext cx="10713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B483FD-41EE-56AF-7A2F-D1F84B742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673" y="999964"/>
                <a:ext cx="1071319" cy="276999"/>
              </a:xfrm>
              <a:prstGeom prst="rect">
                <a:avLst/>
              </a:prstGeom>
              <a:blipFill>
                <a:blip r:embed="rId5"/>
                <a:stretch>
                  <a:fillRect l="-571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24DA6F-5CE1-F86A-D712-2265600F6299}"/>
                  </a:ext>
                </a:extLst>
              </p:cNvPr>
              <p:cNvSpPr txBox="1"/>
              <p:nvPr/>
            </p:nvSpPr>
            <p:spPr>
              <a:xfrm>
                <a:off x="5014397" y="1288677"/>
                <a:ext cx="187808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C24DA6F-5CE1-F86A-D712-2265600F6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397" y="1288677"/>
                <a:ext cx="187808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ADDCED-F4AA-B612-A540-DF31F3C5AB56}"/>
                  </a:ext>
                </a:extLst>
              </p:cNvPr>
              <p:cNvSpPr txBox="1"/>
              <p:nvPr/>
            </p:nvSpPr>
            <p:spPr>
              <a:xfrm>
                <a:off x="5014397" y="1565866"/>
                <a:ext cx="2233297" cy="312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ADDCED-F4AA-B612-A540-DF31F3C5A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397" y="1565866"/>
                <a:ext cx="2233297" cy="312265"/>
              </a:xfrm>
              <a:prstGeom prst="rect">
                <a:avLst/>
              </a:prstGeom>
              <a:blipFill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BA18DDB-D22B-9CFB-BA8A-0D0723B24238}"/>
                  </a:ext>
                </a:extLst>
              </p:cNvPr>
              <p:cNvSpPr txBox="1"/>
              <p:nvPr/>
            </p:nvSpPr>
            <p:spPr>
              <a:xfrm>
                <a:off x="4979351" y="1781432"/>
                <a:ext cx="2233298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BA18DDB-D22B-9CFB-BA8A-0D0723B24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351" y="1781432"/>
                <a:ext cx="2233298" cy="536685"/>
              </a:xfrm>
              <a:prstGeom prst="rect">
                <a:avLst/>
              </a:prstGeom>
              <a:blipFill>
                <a:blip r:embed="rId8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D2F10A-0586-2BA0-7A09-8B3CC05311E4}"/>
                  </a:ext>
                </a:extLst>
              </p:cNvPr>
              <p:cNvSpPr txBox="1"/>
              <p:nvPr/>
            </p:nvSpPr>
            <p:spPr>
              <a:xfrm>
                <a:off x="7212649" y="1317587"/>
                <a:ext cx="1577355" cy="188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D2F10A-0586-2BA0-7A09-8B3CC0531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649" y="1317587"/>
                <a:ext cx="1577355" cy="188128"/>
              </a:xfrm>
              <a:prstGeom prst="rect">
                <a:avLst/>
              </a:prstGeom>
              <a:blipFill>
                <a:blip r:embed="rId9"/>
                <a:stretch>
                  <a:fillRect l="-2703" r="-1544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04759B9-9679-D781-2E27-752554ADFB88}"/>
                  </a:ext>
                </a:extLst>
              </p:cNvPr>
              <p:cNvSpPr txBox="1"/>
              <p:nvPr/>
            </p:nvSpPr>
            <p:spPr>
              <a:xfrm>
                <a:off x="7225091" y="1593304"/>
                <a:ext cx="1577098" cy="1881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04759B9-9679-D781-2E27-752554AD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091" y="1593304"/>
                <a:ext cx="1577098" cy="188128"/>
              </a:xfrm>
              <a:prstGeom prst="rect">
                <a:avLst/>
              </a:prstGeom>
              <a:blipFill>
                <a:blip r:embed="rId10"/>
                <a:stretch>
                  <a:fillRect l="-2703" r="-1158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6C1435A-23BB-08EF-883E-620F625D0085}"/>
                  </a:ext>
                </a:extLst>
              </p:cNvPr>
              <p:cNvSpPr txBox="1"/>
              <p:nvPr/>
            </p:nvSpPr>
            <p:spPr>
              <a:xfrm>
                <a:off x="7225091" y="1960351"/>
                <a:ext cx="1608454" cy="186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6C1435A-23BB-08EF-883E-620F625D0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091" y="1960351"/>
                <a:ext cx="1608454" cy="186974"/>
              </a:xfrm>
              <a:prstGeom prst="rect">
                <a:avLst/>
              </a:prstGeom>
              <a:blipFill>
                <a:blip r:embed="rId11"/>
                <a:stretch>
                  <a:fillRect l="-2652" t="-3333" r="-1515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8AE73C09-9CC8-B7F8-1C1F-ECA38559B8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" y="1000912"/>
            <a:ext cx="4605672" cy="271566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5B1DBB2-72D3-99BB-B82C-789A4ED98D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80" y="3741754"/>
            <a:ext cx="4473113" cy="27217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05EC54-A744-CC64-A822-BD5A56E486D8}"/>
                  </a:ext>
                </a:extLst>
              </p:cNvPr>
              <p:cNvSpPr txBox="1"/>
              <p:nvPr/>
            </p:nvSpPr>
            <p:spPr>
              <a:xfrm>
                <a:off x="9683997" y="1275850"/>
                <a:ext cx="2124153" cy="1204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−1.84×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endParaRPr lang="en-US" altLang="zh-CN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1.47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  <a:p>
                <a:endParaRPr lang="en-US" altLang="zh-CN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∆|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−1.64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  <a:p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05EC54-A744-CC64-A822-BD5A56E4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997" y="1275850"/>
                <a:ext cx="2124153" cy="120456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15F8699-BB01-D725-91B6-3A2A7A69CB46}"/>
                  </a:ext>
                </a:extLst>
              </p:cNvPr>
              <p:cNvSpPr txBox="1"/>
              <p:nvPr/>
            </p:nvSpPr>
            <p:spPr>
              <a:xfrm>
                <a:off x="9175372" y="1092297"/>
                <a:ext cx="87382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=0.00429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15F8699-BB01-D725-91B6-3A2A7A69C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372" y="1092297"/>
                <a:ext cx="873829" cy="184666"/>
              </a:xfrm>
              <a:prstGeom prst="rect">
                <a:avLst/>
              </a:prstGeom>
              <a:blipFill>
                <a:blip r:embed="rId15"/>
                <a:stretch>
                  <a:fillRect l="-3497" r="-419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83F83D-ED8F-517A-EA58-8D38994114AE}"/>
                  </a:ext>
                </a:extLst>
              </p:cNvPr>
              <p:cNvSpPr txBox="1"/>
              <p:nvPr/>
            </p:nvSpPr>
            <p:spPr>
              <a:xfrm>
                <a:off x="4563075" y="3618919"/>
                <a:ext cx="754462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As you can see in the figure,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en-US" altLang="zh-CN" dirty="0"/>
                  <a:t>, which means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&lt; 1,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&gt; 1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𝑡𝑡</m:t>
                        </m:r>
                      </m:e>
                    </m:d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 1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&gt; 1)</a:t>
                </a:r>
              </a:p>
              <a:p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𝑆𝑀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nearly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0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As for the sensitivity,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reach about 4 (~ 95% C.L.),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is about 0.05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D83F83D-ED8F-517A-EA58-8D3899411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075" y="3618919"/>
                <a:ext cx="7544627" cy="2031325"/>
              </a:xfrm>
              <a:prstGeom prst="rect">
                <a:avLst/>
              </a:prstGeom>
              <a:blipFill>
                <a:blip r:embed="rId16"/>
                <a:stretch>
                  <a:fillRect l="-728" t="-18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523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6EED-E3E3-C24A-C594-4F0B4E52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7425A9D-0F4B-C420-A64B-E0E47C4C9F6B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9F67949-6473-4984-5BB7-0FABA5F4BA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</a:t>
                </a:r>
                <a:r>
                  <a:rPr lang="en-US" altLang="zh-CN" sz="3600" b="1" dirty="0">
                    <a:solidFill>
                      <a:srgbClr val="0070C0"/>
                    </a:solidFill>
                  </a:rPr>
                  <a:t>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i="1" dirty="0">
                    <a:solidFill>
                      <a:srgbClr val="0070C0"/>
                    </a:solidFill>
                  </a:rPr>
                  <a:t> </a:t>
                </a:r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EFD55D2-609C-3D2E-11CA-2124E76AA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BEBB0B8-857D-086E-55D3-0863873E9FD6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43BDAEC7-8AA3-EFBB-316C-736779865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E595CB-7B17-75D6-0215-B3CBB1332E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750"/>
            <a:ext cx="4682473" cy="5334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F0A6E5-D3A3-CAC2-BDC5-D55BC5DC85A6}"/>
                  </a:ext>
                </a:extLst>
              </p:cNvPr>
              <p:cNvSpPr txBox="1"/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99FE31-EADF-93E1-F738-F5F790CEB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blipFill>
                <a:blip r:embed="rId6"/>
                <a:stretch>
                  <a:fillRect l="-57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F52294-08E7-B846-167E-C82CDCD4D71A}"/>
                  </a:ext>
                </a:extLst>
              </p:cNvPr>
              <p:cNvSpPr txBox="1"/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05698DE-6395-666C-7B65-BD699EF58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314E6D-354D-869B-7672-6E52B5585A26}"/>
                  </a:ext>
                </a:extLst>
              </p:cNvPr>
              <p:cNvSpPr txBox="1"/>
              <p:nvPr/>
            </p:nvSpPr>
            <p:spPr>
              <a:xfrm>
                <a:off x="4682473" y="1575364"/>
                <a:ext cx="3166832" cy="312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A9C551C-BCC1-A327-C0BE-646D9991C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473" y="1575364"/>
                <a:ext cx="3166832" cy="312265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EF449C1-7A5E-DEE5-70DF-003EB23FDD73}"/>
                  </a:ext>
                </a:extLst>
              </p:cNvPr>
              <p:cNvSpPr txBox="1"/>
              <p:nvPr/>
            </p:nvSpPr>
            <p:spPr>
              <a:xfrm>
                <a:off x="4824924" y="1878558"/>
                <a:ext cx="2881930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DD2BFF3-6844-4150-675E-6CF06620D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924" y="1878558"/>
                <a:ext cx="2881930" cy="536685"/>
              </a:xfrm>
              <a:prstGeom prst="rect">
                <a:avLst/>
              </a:prstGeom>
              <a:blipFill>
                <a:blip r:embed="rId9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0ADED5F8-DA13-F0F9-4D24-D50AB41B0A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0677" y="1047749"/>
            <a:ext cx="4548561" cy="2679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0D1BDDF-697E-1AA5-2059-D8A750395C5A}"/>
                  </a:ext>
                </a:extLst>
              </p:cNvPr>
              <p:cNvSpPr txBox="1"/>
              <p:nvPr/>
            </p:nvSpPr>
            <p:spPr>
              <a:xfrm>
                <a:off x="9131816" y="1047749"/>
                <a:ext cx="7031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zh-CN" altLang="en-US" sz="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3D5D644-F86F-7B48-FD51-F2A684E91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816" y="1047749"/>
                <a:ext cx="703141" cy="215444"/>
              </a:xfrm>
              <a:prstGeom prst="rect">
                <a:avLst/>
              </a:prstGeom>
              <a:blipFill>
                <a:blip r:embed="rId11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F54B68B-5124-9A8F-D3DB-31912DF7D118}"/>
                  </a:ext>
                </a:extLst>
              </p:cNvPr>
              <p:cNvSpPr txBox="1"/>
              <p:nvPr/>
            </p:nvSpPr>
            <p:spPr>
              <a:xfrm>
                <a:off x="4619940" y="3871554"/>
                <a:ext cx="757205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In the left figure we can see that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becomes &lt;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become further away from 0.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can reach 10(~ 99% C.L.). </a:t>
                </a:r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become &gt;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goes back to ~0 </a:t>
                </a:r>
                <a:r>
                  <a:rPr lang="en-US" altLang="zh-CN" dirty="0"/>
                  <a:t>and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become nearly 0.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As for the sensitivity,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is around 1, it also decreases significantly</a:t>
                </a:r>
                <a:r>
                  <a:rPr lang="en-US" altLang="zh-CN" dirty="0"/>
                  <a:t>. But as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increases, the sensitivity goes up.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 0.8, the sensitivity goes up apparently as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decreases. At the small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region, a change of about 0.05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can result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of ~4 (~ 95% C.L.)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55CC011-13D9-0620-FD97-1592EE255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940" y="3871554"/>
                <a:ext cx="7572059" cy="2308324"/>
              </a:xfrm>
              <a:prstGeom prst="rect">
                <a:avLst/>
              </a:prstGeom>
              <a:blipFill>
                <a:blip r:embed="rId12"/>
                <a:stretch>
                  <a:fillRect l="-725" t="-1319" r="-725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664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A591-2EA7-BE1F-58EC-B742E04A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CA79769-14F2-CB3D-B4E4-AF410C34A19B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4429F34B-658B-BBBD-F064-5EC0611646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b="1" dirty="0">
                    <a:solidFill>
                      <a:srgbClr val="0070C0"/>
                    </a:solidFill>
                  </a:rPr>
                  <a:t>  </a:t>
                </a:r>
                <a:r>
                  <a:rPr lang="en-US" altLang="zh-CN" sz="3600" b="1" dirty="0">
                    <a:solidFill>
                      <a:srgbClr val="0070C0"/>
                    </a:solidFill>
                  </a:rPr>
                  <a:t>Deviation from the SM Alignment Point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3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i="1" dirty="0">
                    <a:solidFill>
                      <a:srgbClr val="0070C0"/>
                    </a:solidFill>
                  </a:rPr>
                  <a:t> </a:t>
                </a:r>
                <a:endParaRPr lang="zh-CN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EFD55D2-609C-3D2E-11CA-2124E76AA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0515600" cy="867978"/>
              </a:xfrm>
              <a:blipFill>
                <a:blip r:embed="rId3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FD5CB03-EA6E-9B5B-132D-D08C275A7001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0E40EFB-BC45-CADC-7093-27B0BC12D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4A0CED8-18A0-112A-A170-4CD3070E4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74785"/>
            <a:ext cx="4807331" cy="5447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1A571B6-D47B-F3A6-4586-CEA1CF8362E1}"/>
                  </a:ext>
                </a:extLst>
              </p:cNvPr>
              <p:cNvSpPr txBox="1"/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5C7D1A-6255-022A-4E05-796D581BF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40" y="1257239"/>
                <a:ext cx="180443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5346F89-340F-9339-4573-314FEF0DB5A3}"/>
                  </a:ext>
                </a:extLst>
              </p:cNvPr>
              <p:cNvSpPr txBox="1"/>
              <p:nvPr/>
            </p:nvSpPr>
            <p:spPr>
              <a:xfrm>
                <a:off x="4722140" y="1569437"/>
                <a:ext cx="3166832" cy="312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BA60D35-5771-4C55-78D7-A592473B6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40" y="1569437"/>
                <a:ext cx="3166832" cy="312265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6E9B05D-B19C-09D5-81F4-92577608C8F8}"/>
                  </a:ext>
                </a:extLst>
              </p:cNvPr>
              <p:cNvSpPr txBox="1"/>
              <p:nvPr/>
            </p:nvSpPr>
            <p:spPr>
              <a:xfrm>
                <a:off x="4864591" y="1881702"/>
                <a:ext cx="2881930" cy="5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</m:e>
                      </m:d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F61C7C1-2E75-5B07-BE5C-715295975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591" y="1881702"/>
                <a:ext cx="2881930" cy="536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5FB566A6-036C-4DED-8337-3EE4ED0633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0677" y="1047749"/>
            <a:ext cx="4548561" cy="2679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25A25F6-41C4-A43B-4D48-2B1799C52196}"/>
                  </a:ext>
                </a:extLst>
              </p:cNvPr>
              <p:cNvSpPr txBox="1"/>
              <p:nvPr/>
            </p:nvSpPr>
            <p:spPr>
              <a:xfrm>
                <a:off x="9131816" y="1047749"/>
                <a:ext cx="7031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zh-CN" altLang="en-US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zh-CN" altLang="en-US" sz="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074222A-5FCF-7099-7A90-D9529718E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816" y="1047749"/>
                <a:ext cx="703141" cy="215444"/>
              </a:xfrm>
              <a:prstGeom prst="rect">
                <a:avLst/>
              </a:prstGeom>
              <a:blipFill>
                <a:blip r:embed="rId10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18A6A1-EBAC-D431-5F8A-0C52EA1E7902}"/>
                  </a:ext>
                </a:extLst>
              </p:cNvPr>
              <p:cNvSpPr txBox="1"/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7BF0000-BA37-4FBF-5F02-95E982FB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40" y="939596"/>
                <a:ext cx="1071319" cy="276999"/>
              </a:xfrm>
              <a:prstGeom prst="rect">
                <a:avLst/>
              </a:prstGeom>
              <a:blipFill>
                <a:blip r:embed="rId11"/>
                <a:stretch>
                  <a:fillRect l="-57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9D59882-E11D-19D0-0F6D-B03BFCA11C67}"/>
                  </a:ext>
                </a:extLst>
              </p:cNvPr>
              <p:cNvSpPr txBox="1"/>
              <p:nvPr/>
            </p:nvSpPr>
            <p:spPr>
              <a:xfrm>
                <a:off x="4722141" y="3881938"/>
                <a:ext cx="746986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becomes larger,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become close to 0 </a:t>
                </a:r>
                <a:r>
                  <a:rPr lang="en-US" altLang="zh-CN" dirty="0"/>
                  <a:t>and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7030A0"/>
                    </a:solidFill>
                  </a:rPr>
                  <a:t> is nearly 0.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As for the sensitivity, it goes up significantly while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increases. In the large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dirty="0"/>
                  <a:t> region, a change of about 0.02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can result 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of ~4 (~ 95% C.L.)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D93D87D-6D7D-C29B-0868-FEE8994B3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141" y="3881938"/>
                <a:ext cx="7469860" cy="1477328"/>
              </a:xfrm>
              <a:prstGeom prst="rect">
                <a:avLst/>
              </a:prstGeom>
              <a:blipFill>
                <a:blip r:embed="rId12"/>
                <a:stretch>
                  <a:fillRect l="-735" t="-2479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003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6544-6319-C09F-C6DD-361343E8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7774E-F70A-E004-7C39-504A0FC15032}"/>
              </a:ext>
            </a:extLst>
          </p:cNvPr>
          <p:cNvSpPr/>
          <p:nvPr/>
        </p:nvSpPr>
        <p:spPr>
          <a:xfrm>
            <a:off x="0" y="867978"/>
            <a:ext cx="12192000" cy="106807"/>
          </a:xfrm>
          <a:prstGeom prst="rect">
            <a:avLst/>
          </a:prstGeom>
          <a:solidFill>
            <a:schemeClr val="accent1"/>
          </a:solidFill>
          <a:effectLst>
            <a:outerShdw blurRad="50800" dist="50800" dir="5400000" algn="ctr" rotWithShape="0">
              <a:srgbClr val="000000">
                <a:alpha val="10000"/>
              </a:srgb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7711E0-9AEF-15BF-46A1-99181138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7978"/>
          </a:xfrm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</a:rPr>
              <a:t>  References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D27CABC-5E95-A9A2-351D-9F7532055CEA}"/>
              </a:ext>
            </a:extLst>
          </p:cNvPr>
          <p:cNvCxnSpPr>
            <a:cxnSpLocks/>
          </p:cNvCxnSpPr>
          <p:nvPr/>
        </p:nvCxnSpPr>
        <p:spPr>
          <a:xfrm>
            <a:off x="0" y="6488668"/>
            <a:ext cx="12192000" cy="0"/>
          </a:xfrm>
          <a:prstGeom prst="line">
            <a:avLst/>
          </a:prstGeom>
          <a:ln w="22225"/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DCB04D2-5EFA-255D-FDC1-466485527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977" y="26126"/>
            <a:ext cx="815725" cy="815725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3DA961-C694-E69E-B812-2F31BCB32342}"/>
              </a:ext>
            </a:extLst>
          </p:cNvPr>
          <p:cNvSpPr txBox="1"/>
          <p:nvPr/>
        </p:nvSpPr>
        <p:spPr>
          <a:xfrm>
            <a:off x="0" y="1000912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[1] Fontes, D., </a:t>
            </a:r>
            <a:r>
              <a:rPr lang="en-US" altLang="zh-CN" sz="2000" dirty="0" err="1"/>
              <a:t>Mühlleitner</a:t>
            </a:r>
            <a:r>
              <a:rPr lang="en-US" altLang="zh-CN" sz="2000" dirty="0"/>
              <a:t>, M., Romão, J.C. et al. The C2HDM revisited. J. High </a:t>
            </a:r>
            <a:r>
              <a:rPr lang="en-US" altLang="zh-CN" sz="2000" dirty="0" err="1"/>
              <a:t>Energ</a:t>
            </a:r>
            <a:r>
              <a:rPr lang="en-US" altLang="zh-CN" sz="2000" dirty="0"/>
              <a:t>. Phys. 2018, 73 (2018). https://doi.org/10.1007/JHEP02(2018)073</a:t>
            </a:r>
          </a:p>
          <a:p>
            <a:endParaRPr lang="en-US" altLang="zh-CN" sz="2000" dirty="0"/>
          </a:p>
          <a:p>
            <a:r>
              <a:rPr lang="en-US" altLang="zh-CN" sz="2000" dirty="0"/>
              <a:t>[2] H. Bahl et al., HiggsTools: BSM scalar phenomenology with new versions of HiggsBounds and HiggsSignals, Comput.Phys. Commun. 291 (2023) 108803 [arXiv:2210.09332] [INSPIRE].</a:t>
            </a:r>
          </a:p>
          <a:p>
            <a:endParaRPr lang="en-US" altLang="zh-CN" sz="2000" dirty="0"/>
          </a:p>
          <a:p>
            <a:r>
              <a:rPr lang="en-US" altLang="zh-CN" sz="2000" dirty="0"/>
              <a:t>[3] P. Posch, Phys. Lett. B 696, 447 (2011).</a:t>
            </a:r>
          </a:p>
        </p:txBody>
      </p:sp>
    </p:spTree>
    <p:extLst>
      <p:ext uri="{BB962C8B-B14F-4D97-AF65-F5344CB8AC3E}">
        <p14:creationId xmlns:p14="http://schemas.microsoft.com/office/powerpoint/2010/main" val="34846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3770</TotalTime>
  <Words>4534</Words>
  <Application>Microsoft Office PowerPoint</Application>
  <PresentationFormat>宽屏</PresentationFormat>
  <Paragraphs>462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等线 Light</vt:lpstr>
      <vt:lpstr>Arial</vt:lpstr>
      <vt:lpstr>Cambria Math</vt:lpstr>
      <vt:lpstr>Office 主题​​</vt:lpstr>
      <vt:lpstr>CP-violating Type-II 2HDM under Soft Broken Z_2 Symmetry and Parameters around SM Alignment Point</vt:lpstr>
      <vt:lpstr>  Background</vt:lpstr>
      <vt:lpstr>  C2〖"HDM" 〗^∗</vt:lpstr>
      <vt:lpstr>  C2HDM</vt:lpstr>
      <vt:lpstr>  Type-II Yukawa coupling &amp; modification</vt:lpstr>
      <vt:lpstr>  C2HDM_HDECAY</vt:lpstr>
      <vt:lpstr>  HiggsTools</vt:lpstr>
      <vt:lpstr>  Measurements used by HiggsSignals</vt:lpstr>
      <vt:lpstr>  SM Alignment</vt:lpstr>
      <vt:lpstr>  Impacts of other Parameters on χ^2 </vt:lpstr>
      <vt:lpstr>PowerPoint 演示文稿</vt:lpstr>
      <vt:lpstr>  Decoupling of H^±</vt:lpstr>
      <vt:lpstr> Deviation from the SM Alignment Point of α_1</vt:lpstr>
      <vt:lpstr>  Deviation from the SM Alignment Point of α_2 </vt:lpstr>
      <vt:lpstr>  Conclusion</vt:lpstr>
      <vt:lpstr>  Further Research</vt:lpstr>
      <vt:lpstr>Thanks!</vt:lpstr>
      <vt:lpstr>Backup</vt:lpstr>
      <vt:lpstr>  General 2HDM and Z_2 Symmetry</vt:lpstr>
      <vt:lpstr>  Type-II C2〖"HDM" 〗^∗</vt:lpstr>
      <vt:lpstr>  Type-II C2HDM</vt:lpstr>
      <vt:lpstr>  Effective couplings modification</vt:lpstr>
      <vt:lpstr>  HiggsTools</vt:lpstr>
      <vt:lpstr>  HiggsTools</vt:lpstr>
      <vt:lpstr>  SM Alignment</vt:lpstr>
      <vt:lpstr>  Impacts of other Parameters on χ^2 </vt:lpstr>
      <vt:lpstr>PowerPoint 演示文稿</vt:lpstr>
      <vt:lpstr>  Impacts of other Parameters on χ^2 </vt:lpstr>
      <vt:lpstr>  Impacts of other Parameters on χ^2 </vt:lpstr>
      <vt:lpstr>  Decoupling of H^±</vt:lpstr>
      <vt:lpstr> Deviation from the SM Alignment Point of α_1</vt:lpstr>
      <vt:lpstr> Deviation from the SM Alignment Point of α_1</vt:lpstr>
      <vt:lpstr> Deviation from the SM Alignment Point of α_2</vt:lpstr>
      <vt:lpstr>  Deviation from the SM Alignment Point of α_2 </vt:lpstr>
      <vt:lpstr>  Deviation from the SM Alignment Point of α_2 </vt:lpstr>
      <vt:lpstr> 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Shangchengze Li</dc:creator>
  <cp:lastModifiedBy>Shangchengze Li</cp:lastModifiedBy>
  <cp:revision>156</cp:revision>
  <dcterms:created xsi:type="dcterms:W3CDTF">2025-11-23T06:53:27Z</dcterms:created>
  <dcterms:modified xsi:type="dcterms:W3CDTF">2025-12-15T04:18:24Z</dcterms:modified>
</cp:coreProperties>
</file>